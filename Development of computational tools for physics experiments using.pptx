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81" r:id="rId5"/>
    <p:sldId id="258" r:id="rId6"/>
    <p:sldId id="278" r:id="rId7"/>
    <p:sldId id="280" r:id="rId8"/>
    <p:sldId id="259" r:id="rId9"/>
    <p:sldId id="260" r:id="rId10"/>
    <p:sldId id="261" r:id="rId11"/>
    <p:sldId id="279" r:id="rId12"/>
    <p:sldId id="264" r:id="rId13"/>
    <p:sldId id="270" r:id="rId14"/>
    <p:sldId id="274"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2B0348"/>
    <a:srgbClr val="FF3300"/>
    <a:srgbClr val="3C6CB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32" autoAdjust="0"/>
  </p:normalViewPr>
  <p:slideViewPr>
    <p:cSldViewPr snapToGrid="0">
      <p:cViewPr>
        <p:scale>
          <a:sx n="99" d="100"/>
          <a:sy n="99" d="100"/>
        </p:scale>
        <p:origin x="82"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047056-A4A4-49C6-B53A-A3B5AD2C9E0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56B0B6-1521-4655-A849-832BDEEDBB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A7818-9FD1-4A4A-BBB8-A8F7A885158A}" type="datetimeFigureOut">
              <a:rPr lang="en-US" smtClean="0"/>
              <a:t>4/11/2025</a:t>
            </a:fld>
            <a:endParaRPr lang="en-US" dirty="0"/>
          </a:p>
        </p:txBody>
      </p:sp>
      <p:sp>
        <p:nvSpPr>
          <p:cNvPr id="4" name="Footer Placeholder 3">
            <a:extLst>
              <a:ext uri="{FF2B5EF4-FFF2-40B4-BE49-F238E27FC236}">
                <a16:creationId xmlns:a16="http://schemas.microsoft.com/office/drawing/2014/main" id="{476D0097-1060-4E43-8794-A93E30064A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29457E5-A2BA-4F1E-ACE4-06A1C8C83D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B95B5C-AE81-486B-8299-C690ADF087B7}" type="slidenum">
              <a:rPr lang="en-US" smtClean="0"/>
              <a:t>‹#›</a:t>
            </a:fld>
            <a:endParaRPr lang="en-US" dirty="0"/>
          </a:p>
        </p:txBody>
      </p:sp>
    </p:spTree>
    <p:extLst>
      <p:ext uri="{BB962C8B-B14F-4D97-AF65-F5344CB8AC3E}">
        <p14:creationId xmlns:p14="http://schemas.microsoft.com/office/powerpoint/2010/main" val="1496322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068347-4327-4298-850E-31E39F309FB1}" type="datetimeFigureOut">
              <a:rPr lang="en-US" smtClean="0"/>
              <a:t>4/11/2025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2D2F8-28A7-48E8-ADD3-E9583D47D83D}" type="slidenum">
              <a:rPr lang="en-US" smtClean="0"/>
              <a:t>‹#›</a:t>
            </a:fld>
            <a:endParaRPr lang="en-US" dirty="0"/>
          </a:p>
        </p:txBody>
      </p:sp>
    </p:spTree>
    <p:extLst>
      <p:ext uri="{BB962C8B-B14F-4D97-AF65-F5344CB8AC3E}">
        <p14:creationId xmlns:p14="http://schemas.microsoft.com/office/powerpoint/2010/main" val="1317918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22D2F8-28A7-48E8-ADD3-E9583D47D83D}" type="slidenum">
              <a:rPr lang="en-US" smtClean="0"/>
              <a:t>2</a:t>
            </a:fld>
            <a:endParaRPr lang="en-US" dirty="0"/>
          </a:p>
        </p:txBody>
      </p:sp>
    </p:spTree>
    <p:extLst>
      <p:ext uri="{BB962C8B-B14F-4D97-AF65-F5344CB8AC3E}">
        <p14:creationId xmlns:p14="http://schemas.microsoft.com/office/powerpoint/2010/main" val="18495816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C7F6B47B-FE57-44F5-B5A8-26DF978ABF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F9444BC-BA6E-47AE-9F54-D7B7A498323F}"/>
              </a:ext>
            </a:extLst>
          </p:cNvPr>
          <p:cNvSpPr>
            <a:spLocks noGrp="1"/>
          </p:cNvSpPr>
          <p:nvPr>
            <p:ph type="title" hasCustomPrompt="1"/>
          </p:nvPr>
        </p:nvSpPr>
        <p:spPr>
          <a:xfrm>
            <a:off x="825674" y="1327759"/>
            <a:ext cx="4989628" cy="1929505"/>
          </a:xfrm>
          <a:prstGeom prst="rect">
            <a:avLst/>
          </a:prstGeom>
        </p:spPr>
        <p:txBody>
          <a:bodyPr anchor="b"/>
          <a:lstStyle>
            <a:lvl1pPr>
              <a:defRPr sz="4800" cap="all" spc="400" baseline="0">
                <a:solidFill>
                  <a:schemeClr val="accent6"/>
                </a:solidFill>
              </a:defRPr>
            </a:lvl1pPr>
          </a:lstStyle>
          <a:p>
            <a:r>
              <a:rPr lang="en-US" dirty="0"/>
              <a:t>Click to add title</a:t>
            </a:r>
          </a:p>
        </p:txBody>
      </p:sp>
      <p:sp>
        <p:nvSpPr>
          <p:cNvPr id="14" name="Text Placeholder 13">
            <a:extLst>
              <a:ext uri="{FF2B5EF4-FFF2-40B4-BE49-F238E27FC236}">
                <a16:creationId xmlns:a16="http://schemas.microsoft.com/office/drawing/2014/main" id="{36ACD8B9-402D-4E40-BE1F-410604448141}"/>
              </a:ext>
            </a:extLst>
          </p:cNvPr>
          <p:cNvSpPr>
            <a:spLocks noGrp="1"/>
          </p:cNvSpPr>
          <p:nvPr>
            <p:ph type="body" sz="quarter" idx="12" hasCustomPrompt="1"/>
          </p:nvPr>
        </p:nvSpPr>
        <p:spPr>
          <a:xfrm>
            <a:off x="838934" y="3257264"/>
            <a:ext cx="4989628" cy="816022"/>
          </a:xfrm>
          <a:prstGeom prst="rect">
            <a:avLst/>
          </a:prstGeom>
        </p:spPr>
        <p:txBody>
          <a:bodyPr>
            <a:normAutofit/>
          </a:bodyPr>
          <a:lstStyle>
            <a:lvl1pPr marL="0" indent="0" algn="l">
              <a:buNone/>
              <a:defRPr sz="1800" i="0">
                <a:solidFill>
                  <a:schemeClr val="bg1"/>
                </a:solidFill>
              </a:defRPr>
            </a:lvl1pPr>
          </a:lstStyle>
          <a:p>
            <a:pPr lvl="0"/>
            <a:r>
              <a:rPr lang="en-US" dirty="0"/>
              <a:t>Click to add subtitle</a:t>
            </a:r>
          </a:p>
        </p:txBody>
      </p:sp>
    </p:spTree>
    <p:extLst>
      <p:ext uri="{BB962C8B-B14F-4D97-AF65-F5344CB8AC3E}">
        <p14:creationId xmlns:p14="http://schemas.microsoft.com/office/powerpoint/2010/main" val="3408032896"/>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65AAE033-7EA4-4A87-A126-29FE4276451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31" name="Oval 30">
            <a:extLst>
              <a:ext uri="{FF2B5EF4-FFF2-40B4-BE49-F238E27FC236}">
                <a16:creationId xmlns:a16="http://schemas.microsoft.com/office/drawing/2014/main" id="{A5F6FE17-A48F-4A3E-8719-1DE83CD6B4C5}"/>
              </a:ext>
              <a:ext uri="{C183D7F6-B498-43B3-948B-1728B52AA6E4}">
                <adec:decorative xmlns:adec="http://schemas.microsoft.com/office/drawing/2017/decorative" val="1"/>
              </a:ext>
            </a:extLst>
          </p:cNvPr>
          <p:cNvSpPr/>
          <p:nvPr userDrawn="1"/>
        </p:nvSpPr>
        <p:spPr>
          <a:xfrm>
            <a:off x="7462048" y="1199853"/>
            <a:ext cx="3929901" cy="3929901"/>
          </a:xfrm>
          <a:prstGeom prst="ellips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FF73882-4B79-419D-89EE-4B7CED18D9E2}"/>
              </a:ext>
            </a:extLst>
          </p:cNvPr>
          <p:cNvSpPr>
            <a:spLocks noGrp="1"/>
          </p:cNvSpPr>
          <p:nvPr>
            <p:ph type="title" hasCustomPrompt="1"/>
          </p:nvPr>
        </p:nvSpPr>
        <p:spPr>
          <a:xfrm>
            <a:off x="1021623" y="2210810"/>
            <a:ext cx="4579970" cy="538038"/>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26" name="Text Placeholder 25">
            <a:extLst>
              <a:ext uri="{FF2B5EF4-FFF2-40B4-BE49-F238E27FC236}">
                <a16:creationId xmlns:a16="http://schemas.microsoft.com/office/drawing/2014/main" id="{EF50E1F4-245D-4104-AFDB-25D35D7C5C07}"/>
              </a:ext>
            </a:extLst>
          </p:cNvPr>
          <p:cNvSpPr>
            <a:spLocks noGrp="1"/>
          </p:cNvSpPr>
          <p:nvPr>
            <p:ph type="body" sz="quarter" idx="12" hasCustomPrompt="1"/>
          </p:nvPr>
        </p:nvSpPr>
        <p:spPr>
          <a:xfrm>
            <a:off x="1034661" y="2747550"/>
            <a:ext cx="5309918" cy="2872039"/>
          </a:xfrm>
          <a:prstGeom prst="rect">
            <a:avLst/>
          </a:prstGeom>
        </p:spPr>
        <p:txBody>
          <a:bodyPr/>
          <a:lstStyle>
            <a:lvl1pPr marL="0" indent="0" algn="l">
              <a:lnSpc>
                <a:spcPct val="150000"/>
              </a:lnSpc>
              <a:spcBef>
                <a:spcPts val="0"/>
              </a:spcBef>
              <a:buNone/>
              <a:defRPr sz="1600">
                <a:solidFill>
                  <a:schemeClr val="bg1"/>
                </a:solidFill>
              </a:defRPr>
            </a:lvl1pPr>
          </a:lstStyle>
          <a:p>
            <a:pPr lvl="0"/>
            <a:r>
              <a:rPr lang="en-US" dirty="0"/>
              <a:t>Click to add text</a:t>
            </a:r>
          </a:p>
        </p:txBody>
      </p:sp>
      <p:sp>
        <p:nvSpPr>
          <p:cNvPr id="30" name="Picture Placeholder 29">
            <a:extLst>
              <a:ext uri="{FF2B5EF4-FFF2-40B4-BE49-F238E27FC236}">
                <a16:creationId xmlns:a16="http://schemas.microsoft.com/office/drawing/2014/main" id="{73A2FF74-415E-49BB-B2ED-E04C7B50BDE2}"/>
              </a:ext>
            </a:extLst>
          </p:cNvPr>
          <p:cNvSpPr>
            <a:spLocks noGrp="1"/>
          </p:cNvSpPr>
          <p:nvPr>
            <p:ph type="pic" sz="quarter" idx="13" hasCustomPrompt="1"/>
          </p:nvPr>
        </p:nvSpPr>
        <p:spPr>
          <a:xfrm>
            <a:off x="7663453" y="1433033"/>
            <a:ext cx="3527091" cy="3463540"/>
          </a:xfrm>
          <a:prstGeom prst="ellipse">
            <a:avLst/>
          </a:prstGeom>
        </p:spPr>
        <p:txBody>
          <a:bodyPr/>
          <a:lstStyle>
            <a:lvl1pPr marL="0" indent="0" algn="ctr">
              <a:buFont typeface="+mj-lt"/>
              <a:buNone/>
              <a:defRPr>
                <a:solidFill>
                  <a:schemeClr val="bg1"/>
                </a:solidFill>
              </a:defRPr>
            </a:lvl1pPr>
          </a:lstStyle>
          <a:p>
            <a:r>
              <a:rPr lang="en-US" dirty="0"/>
              <a:t>Click to add photo</a:t>
            </a:r>
          </a:p>
        </p:txBody>
      </p:sp>
      <p:sp>
        <p:nvSpPr>
          <p:cNvPr id="20" name="Footer Placeholder 15">
            <a:extLst>
              <a:ext uri="{FF2B5EF4-FFF2-40B4-BE49-F238E27FC236}">
                <a16:creationId xmlns:a16="http://schemas.microsoft.com/office/drawing/2014/main" id="{1847553A-14C8-45EB-88C7-05CE63B7E34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E7FABA93-7D08-4CFE-B3A8-D44B1A0F365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FBD26C03-0B97-464A-A39C-A1F339DBAC8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260922238"/>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C80EFA4-265B-48D2-AE72-8585EEED64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9C648289-A550-4F4F-96C8-3D82FCE94245}"/>
              </a:ext>
            </a:extLst>
          </p:cNvPr>
          <p:cNvSpPr>
            <a:spLocks noGrp="1"/>
          </p:cNvSpPr>
          <p:nvPr>
            <p:ph type="title" hasCustomPrompt="1"/>
          </p:nvPr>
        </p:nvSpPr>
        <p:spPr>
          <a:xfrm>
            <a:off x="4187069" y="695093"/>
            <a:ext cx="4919354" cy="66749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33EEFC4F-DE64-450E-9DD5-65D08E123C22}"/>
              </a:ext>
            </a:extLst>
          </p:cNvPr>
          <p:cNvSpPr>
            <a:spLocks noGrp="1"/>
          </p:cNvSpPr>
          <p:nvPr>
            <p:ph type="body" sz="quarter" idx="22" hasCustomPrompt="1"/>
          </p:nvPr>
        </p:nvSpPr>
        <p:spPr>
          <a:xfrm>
            <a:off x="4199594" y="1873815"/>
            <a:ext cx="2556579"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8" name="Text Placeholder 14">
            <a:extLst>
              <a:ext uri="{FF2B5EF4-FFF2-40B4-BE49-F238E27FC236}">
                <a16:creationId xmlns:a16="http://schemas.microsoft.com/office/drawing/2014/main" id="{38C58F5B-7BA2-42E8-B66A-4561678ADDC4}"/>
              </a:ext>
            </a:extLst>
          </p:cNvPr>
          <p:cNvSpPr>
            <a:spLocks noGrp="1"/>
          </p:cNvSpPr>
          <p:nvPr>
            <p:ph type="body" sz="quarter" idx="15" hasCustomPrompt="1"/>
          </p:nvPr>
        </p:nvSpPr>
        <p:spPr>
          <a:xfrm>
            <a:off x="4199595" y="2178444"/>
            <a:ext cx="2556579"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5" name="Text Placeholder 14">
            <a:extLst>
              <a:ext uri="{FF2B5EF4-FFF2-40B4-BE49-F238E27FC236}">
                <a16:creationId xmlns:a16="http://schemas.microsoft.com/office/drawing/2014/main" id="{66743AAE-DD8A-4954-B033-100DF6D97554}"/>
              </a:ext>
            </a:extLst>
          </p:cNvPr>
          <p:cNvSpPr>
            <a:spLocks noGrp="1"/>
          </p:cNvSpPr>
          <p:nvPr>
            <p:ph type="body" sz="quarter" idx="12" hasCustomPrompt="1"/>
          </p:nvPr>
        </p:nvSpPr>
        <p:spPr>
          <a:xfrm>
            <a:off x="7538997" y="1873815"/>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16" name="Text Placeholder 14">
            <a:extLst>
              <a:ext uri="{FF2B5EF4-FFF2-40B4-BE49-F238E27FC236}">
                <a16:creationId xmlns:a16="http://schemas.microsoft.com/office/drawing/2014/main" id="{B7B5D3C5-66A2-486B-9B1D-A7075D150C27}"/>
              </a:ext>
            </a:extLst>
          </p:cNvPr>
          <p:cNvSpPr>
            <a:spLocks noGrp="1"/>
          </p:cNvSpPr>
          <p:nvPr>
            <p:ph type="body" sz="quarter" idx="13" hasCustomPrompt="1"/>
          </p:nvPr>
        </p:nvSpPr>
        <p:spPr>
          <a:xfrm>
            <a:off x="7538997" y="2178444"/>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0" name="Text Placeholder 14">
            <a:extLst>
              <a:ext uri="{FF2B5EF4-FFF2-40B4-BE49-F238E27FC236}">
                <a16:creationId xmlns:a16="http://schemas.microsoft.com/office/drawing/2014/main" id="{AD063EDB-47FD-44F8-9344-12CBC2AE0B77}"/>
              </a:ext>
            </a:extLst>
          </p:cNvPr>
          <p:cNvSpPr>
            <a:spLocks noGrp="1"/>
          </p:cNvSpPr>
          <p:nvPr>
            <p:ph type="body" sz="quarter" idx="24" hasCustomPrompt="1"/>
          </p:nvPr>
        </p:nvSpPr>
        <p:spPr>
          <a:xfrm>
            <a:off x="4199595" y="4071261"/>
            <a:ext cx="2556577"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2" name="Text Placeholder 14">
            <a:extLst>
              <a:ext uri="{FF2B5EF4-FFF2-40B4-BE49-F238E27FC236}">
                <a16:creationId xmlns:a16="http://schemas.microsoft.com/office/drawing/2014/main" id="{94586DE3-CDE9-4337-A49D-C1031595E36F}"/>
              </a:ext>
            </a:extLst>
          </p:cNvPr>
          <p:cNvSpPr>
            <a:spLocks noGrp="1"/>
          </p:cNvSpPr>
          <p:nvPr>
            <p:ph type="body" sz="quarter" idx="19" hasCustomPrompt="1"/>
          </p:nvPr>
        </p:nvSpPr>
        <p:spPr>
          <a:xfrm>
            <a:off x="4199596" y="4383943"/>
            <a:ext cx="2556577" cy="1328236"/>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9" name="Text Placeholder 14">
            <a:extLst>
              <a:ext uri="{FF2B5EF4-FFF2-40B4-BE49-F238E27FC236}">
                <a16:creationId xmlns:a16="http://schemas.microsoft.com/office/drawing/2014/main" id="{64F0745D-06FC-4840-B9DF-3176DEDA6F67}"/>
              </a:ext>
            </a:extLst>
          </p:cNvPr>
          <p:cNvSpPr>
            <a:spLocks noGrp="1"/>
          </p:cNvSpPr>
          <p:nvPr>
            <p:ph type="body" sz="quarter" idx="23" hasCustomPrompt="1"/>
          </p:nvPr>
        </p:nvSpPr>
        <p:spPr>
          <a:xfrm>
            <a:off x="7538997" y="4071261"/>
            <a:ext cx="2556578" cy="365125"/>
          </a:xfrm>
          <a:prstGeom prst="rect">
            <a:avLst/>
          </a:prstGeom>
        </p:spPr>
        <p:txBody>
          <a:bodyPr/>
          <a:lstStyle>
            <a:lvl1pPr marL="0" indent="0">
              <a:buNone/>
              <a:defRPr sz="1600" cap="none" spc="200" baseline="0">
                <a:solidFill>
                  <a:schemeClr val="accent6"/>
                </a:solidFill>
                <a:latin typeface="+mj-lt"/>
              </a:defRPr>
            </a:lvl1pPr>
          </a:lstStyle>
          <a:p>
            <a:pPr lvl="0"/>
            <a:r>
              <a:rPr lang="en-US" dirty="0"/>
              <a:t>Click to add title</a:t>
            </a:r>
          </a:p>
        </p:txBody>
      </p:sp>
      <p:sp>
        <p:nvSpPr>
          <p:cNvPr id="20" name="Text Placeholder 14">
            <a:extLst>
              <a:ext uri="{FF2B5EF4-FFF2-40B4-BE49-F238E27FC236}">
                <a16:creationId xmlns:a16="http://schemas.microsoft.com/office/drawing/2014/main" id="{F29A1EC1-1F01-46ED-BF67-15FE9E12068C}"/>
              </a:ext>
            </a:extLst>
          </p:cNvPr>
          <p:cNvSpPr>
            <a:spLocks noGrp="1"/>
          </p:cNvSpPr>
          <p:nvPr>
            <p:ph type="body" sz="quarter" idx="17" hasCustomPrompt="1"/>
          </p:nvPr>
        </p:nvSpPr>
        <p:spPr>
          <a:xfrm>
            <a:off x="7538997" y="4375890"/>
            <a:ext cx="2556578" cy="1291081"/>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41" name="Footer Placeholder 15">
            <a:extLst>
              <a:ext uri="{FF2B5EF4-FFF2-40B4-BE49-F238E27FC236}">
                <a16:creationId xmlns:a16="http://schemas.microsoft.com/office/drawing/2014/main" id="{B2A74AF7-DFFE-4795-8CF0-8C90F6C3E5D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2" name="Slide Number Placeholder 16">
            <a:extLst>
              <a:ext uri="{FF2B5EF4-FFF2-40B4-BE49-F238E27FC236}">
                <a16:creationId xmlns:a16="http://schemas.microsoft.com/office/drawing/2014/main" id="{13F4D90B-645E-4CFF-8AA0-91C269845FB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3" name="Date Placeholder 14">
            <a:extLst>
              <a:ext uri="{FF2B5EF4-FFF2-40B4-BE49-F238E27FC236}">
                <a16:creationId xmlns:a16="http://schemas.microsoft.com/office/drawing/2014/main" id="{21EA3114-5B31-47ED-9AB6-EE59E580379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074144488"/>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86D81B66-9FC1-4E48-808B-98B1726D470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1" name="Title 10">
            <a:extLst>
              <a:ext uri="{FF2B5EF4-FFF2-40B4-BE49-F238E27FC236}">
                <a16:creationId xmlns:a16="http://schemas.microsoft.com/office/drawing/2014/main" id="{747F51C0-908A-420C-B5BC-5685D0E95231}"/>
              </a:ext>
            </a:extLst>
          </p:cNvPr>
          <p:cNvSpPr>
            <a:spLocks noGrp="1"/>
          </p:cNvSpPr>
          <p:nvPr>
            <p:ph type="title" hasCustomPrompt="1"/>
          </p:nvPr>
        </p:nvSpPr>
        <p:spPr>
          <a:xfrm>
            <a:off x="3509716" y="1823625"/>
            <a:ext cx="4719884" cy="58003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6" name="Text Placeholder 14">
            <a:extLst>
              <a:ext uri="{FF2B5EF4-FFF2-40B4-BE49-F238E27FC236}">
                <a16:creationId xmlns:a16="http://schemas.microsoft.com/office/drawing/2014/main" id="{4F835D01-B0D4-49D8-B947-C2062305C5C5}"/>
              </a:ext>
            </a:extLst>
          </p:cNvPr>
          <p:cNvSpPr>
            <a:spLocks noGrp="1"/>
          </p:cNvSpPr>
          <p:nvPr>
            <p:ph type="body" sz="quarter" idx="12" hasCustomPrompt="1"/>
          </p:nvPr>
        </p:nvSpPr>
        <p:spPr>
          <a:xfrm>
            <a:off x="379005" y="4230943"/>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7" name="Text Placeholder 14">
            <a:extLst>
              <a:ext uri="{FF2B5EF4-FFF2-40B4-BE49-F238E27FC236}">
                <a16:creationId xmlns:a16="http://schemas.microsoft.com/office/drawing/2014/main" id="{0B4ACDBA-7606-44B8-B1E1-C4750F89525F}"/>
              </a:ext>
            </a:extLst>
          </p:cNvPr>
          <p:cNvSpPr>
            <a:spLocks noGrp="1"/>
          </p:cNvSpPr>
          <p:nvPr>
            <p:ph type="body" sz="quarter" idx="13" hasCustomPrompt="1"/>
          </p:nvPr>
        </p:nvSpPr>
        <p:spPr>
          <a:xfrm>
            <a:off x="379005" y="4546458"/>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2" name="Text Placeholder 14">
            <a:extLst>
              <a:ext uri="{FF2B5EF4-FFF2-40B4-BE49-F238E27FC236}">
                <a16:creationId xmlns:a16="http://schemas.microsoft.com/office/drawing/2014/main" id="{D24600D7-8A94-406B-9274-351140BE27DC}"/>
              </a:ext>
            </a:extLst>
          </p:cNvPr>
          <p:cNvSpPr>
            <a:spLocks noGrp="1"/>
          </p:cNvSpPr>
          <p:nvPr>
            <p:ph type="body" sz="quarter" idx="22" hasCustomPrompt="1"/>
          </p:nvPr>
        </p:nvSpPr>
        <p:spPr>
          <a:xfrm>
            <a:off x="3237502" y="4234631"/>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8" name="Text Placeholder 14">
            <a:extLst>
              <a:ext uri="{FF2B5EF4-FFF2-40B4-BE49-F238E27FC236}">
                <a16:creationId xmlns:a16="http://schemas.microsoft.com/office/drawing/2014/main" id="{5FE6844F-9BC3-4E56-82B1-0B53BE292BA0}"/>
              </a:ext>
            </a:extLst>
          </p:cNvPr>
          <p:cNvSpPr>
            <a:spLocks noGrp="1"/>
          </p:cNvSpPr>
          <p:nvPr>
            <p:ph type="body" sz="quarter" idx="15" hasCustomPrompt="1"/>
          </p:nvPr>
        </p:nvSpPr>
        <p:spPr>
          <a:xfrm>
            <a:off x="3237503" y="4550146"/>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3" name="Text Placeholder 14">
            <a:extLst>
              <a:ext uri="{FF2B5EF4-FFF2-40B4-BE49-F238E27FC236}">
                <a16:creationId xmlns:a16="http://schemas.microsoft.com/office/drawing/2014/main" id="{105C7AE2-E0F2-4EA9-B804-774B125FB0DF}"/>
              </a:ext>
            </a:extLst>
          </p:cNvPr>
          <p:cNvSpPr>
            <a:spLocks noGrp="1"/>
          </p:cNvSpPr>
          <p:nvPr>
            <p:ph type="body" sz="quarter" idx="23" hasCustomPrompt="1"/>
          </p:nvPr>
        </p:nvSpPr>
        <p:spPr>
          <a:xfrm>
            <a:off x="6096000"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29" name="Text Placeholder 14">
            <a:extLst>
              <a:ext uri="{FF2B5EF4-FFF2-40B4-BE49-F238E27FC236}">
                <a16:creationId xmlns:a16="http://schemas.microsoft.com/office/drawing/2014/main" id="{4B70930A-D98B-43B3-BC32-B48D9D7F06B3}"/>
              </a:ext>
            </a:extLst>
          </p:cNvPr>
          <p:cNvSpPr>
            <a:spLocks noGrp="1"/>
          </p:cNvSpPr>
          <p:nvPr>
            <p:ph type="body" sz="quarter" idx="17" hasCustomPrompt="1"/>
          </p:nvPr>
        </p:nvSpPr>
        <p:spPr>
          <a:xfrm>
            <a:off x="6096000"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34" name="Text Placeholder 14">
            <a:extLst>
              <a:ext uri="{FF2B5EF4-FFF2-40B4-BE49-F238E27FC236}">
                <a16:creationId xmlns:a16="http://schemas.microsoft.com/office/drawing/2014/main" id="{500DE4BC-2A21-4C62-8F5C-AFE1D0AEDFBE}"/>
              </a:ext>
            </a:extLst>
          </p:cNvPr>
          <p:cNvSpPr>
            <a:spLocks noGrp="1"/>
          </p:cNvSpPr>
          <p:nvPr>
            <p:ph type="body" sz="quarter" idx="24" hasCustomPrompt="1"/>
          </p:nvPr>
        </p:nvSpPr>
        <p:spPr>
          <a:xfrm>
            <a:off x="8946967" y="4218499"/>
            <a:ext cx="2640803"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30" name="Text Placeholder 14">
            <a:extLst>
              <a:ext uri="{FF2B5EF4-FFF2-40B4-BE49-F238E27FC236}">
                <a16:creationId xmlns:a16="http://schemas.microsoft.com/office/drawing/2014/main" id="{0EEFD44C-4B64-4246-BC04-76812ED5E09E}"/>
              </a:ext>
            </a:extLst>
          </p:cNvPr>
          <p:cNvSpPr>
            <a:spLocks noGrp="1"/>
          </p:cNvSpPr>
          <p:nvPr>
            <p:ph type="body" sz="quarter" idx="19" hasCustomPrompt="1"/>
          </p:nvPr>
        </p:nvSpPr>
        <p:spPr>
          <a:xfrm>
            <a:off x="8946967" y="4534014"/>
            <a:ext cx="2640803" cy="1616414"/>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AB492A3E-766F-42FE-A5F7-88807B595947}"/>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84AE79C-95F2-4A84-B62A-95B076FB0218}"/>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1C2E5CE3-E252-4255-BF5E-8B4F1F3A163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14" name="Picture Placeholder 13">
            <a:extLst>
              <a:ext uri="{FF2B5EF4-FFF2-40B4-BE49-F238E27FC236}">
                <a16:creationId xmlns:a16="http://schemas.microsoft.com/office/drawing/2014/main" id="{45E5C588-A831-4EB3-BFDF-78002F7D5507}"/>
              </a:ext>
            </a:extLst>
          </p:cNvPr>
          <p:cNvSpPr>
            <a:spLocks noGrp="1"/>
          </p:cNvSpPr>
          <p:nvPr>
            <p:ph type="pic" sz="quarter" idx="25"/>
          </p:nvPr>
        </p:nvSpPr>
        <p:spPr>
          <a:xfrm>
            <a:off x="1408479"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6" name="Picture Placeholder 13">
            <a:extLst>
              <a:ext uri="{FF2B5EF4-FFF2-40B4-BE49-F238E27FC236}">
                <a16:creationId xmlns:a16="http://schemas.microsoft.com/office/drawing/2014/main" id="{AD31BE3F-B09E-4BCC-947F-3D4DB153E354}"/>
              </a:ext>
            </a:extLst>
          </p:cNvPr>
          <p:cNvSpPr>
            <a:spLocks noGrp="1"/>
          </p:cNvSpPr>
          <p:nvPr>
            <p:ph type="pic" sz="quarter" idx="26"/>
          </p:nvPr>
        </p:nvSpPr>
        <p:spPr>
          <a:xfrm>
            <a:off x="4266976"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7" name="Picture Placeholder 13">
            <a:extLst>
              <a:ext uri="{FF2B5EF4-FFF2-40B4-BE49-F238E27FC236}">
                <a16:creationId xmlns:a16="http://schemas.microsoft.com/office/drawing/2014/main" id="{0BF7BBBD-C42C-408E-8F10-7B1BF3C53EF0}"/>
              </a:ext>
            </a:extLst>
          </p:cNvPr>
          <p:cNvSpPr>
            <a:spLocks noGrp="1"/>
          </p:cNvSpPr>
          <p:nvPr>
            <p:ph type="pic" sz="quarter" idx="27"/>
          </p:nvPr>
        </p:nvSpPr>
        <p:spPr>
          <a:xfrm>
            <a:off x="9972085"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
        <p:nvSpPr>
          <p:cNvPr id="38" name="Picture Placeholder 13">
            <a:extLst>
              <a:ext uri="{FF2B5EF4-FFF2-40B4-BE49-F238E27FC236}">
                <a16:creationId xmlns:a16="http://schemas.microsoft.com/office/drawing/2014/main" id="{74FF5159-7129-4F52-B5B7-13F2D04EAD34}"/>
              </a:ext>
            </a:extLst>
          </p:cNvPr>
          <p:cNvSpPr>
            <a:spLocks noGrp="1"/>
          </p:cNvSpPr>
          <p:nvPr>
            <p:ph type="pic" sz="quarter" idx="28"/>
          </p:nvPr>
        </p:nvSpPr>
        <p:spPr>
          <a:xfrm>
            <a:off x="7109232" y="3330145"/>
            <a:ext cx="603504" cy="603504"/>
          </a:xfrm>
          <a:prstGeom prst="rect">
            <a:avLst/>
          </a:prstGeom>
        </p:spPr>
        <p:txBody>
          <a:bodyPr/>
          <a:lstStyle>
            <a:lvl1pPr marL="0" indent="0">
              <a:buNone/>
              <a:defRPr sz="1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391310452"/>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4076C2D-3CFB-4EFB-8012-9F6E6533367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D1D3A9EE-57EE-476A-A657-3A4019818918}"/>
              </a:ext>
            </a:extLst>
          </p:cNvPr>
          <p:cNvSpPr>
            <a:spLocks noGrp="1"/>
          </p:cNvSpPr>
          <p:nvPr>
            <p:ph type="title" hasCustomPrompt="1"/>
          </p:nvPr>
        </p:nvSpPr>
        <p:spPr>
          <a:xfrm>
            <a:off x="4196218" y="690802"/>
            <a:ext cx="4936277" cy="575890"/>
          </a:xfrm>
          <a:prstGeom prst="rect">
            <a:avLst/>
          </a:prstGeom>
        </p:spPr>
        <p:txBody>
          <a:bodyPr/>
          <a:lstStyle>
            <a:lvl1pPr algn="l">
              <a:defRPr sz="2800" cap="all" spc="400" baseline="0">
                <a:solidFill>
                  <a:schemeClr val="bg1"/>
                </a:solidFill>
              </a:defRPr>
            </a:lvl1pPr>
          </a:lstStyle>
          <a:p>
            <a:r>
              <a:rPr lang="en-US" dirty="0"/>
              <a:t>Click to add title</a:t>
            </a:r>
          </a:p>
        </p:txBody>
      </p:sp>
      <p:sp>
        <p:nvSpPr>
          <p:cNvPr id="33" name="Text Placeholder 14">
            <a:extLst>
              <a:ext uri="{FF2B5EF4-FFF2-40B4-BE49-F238E27FC236}">
                <a16:creationId xmlns:a16="http://schemas.microsoft.com/office/drawing/2014/main" id="{2A0CB777-EF14-4BA6-A19D-697B165B1D34}"/>
              </a:ext>
            </a:extLst>
          </p:cNvPr>
          <p:cNvSpPr>
            <a:spLocks noGrp="1"/>
          </p:cNvSpPr>
          <p:nvPr>
            <p:ph type="body" sz="quarter" idx="12" hasCustomPrompt="1"/>
          </p:nvPr>
        </p:nvSpPr>
        <p:spPr>
          <a:xfrm>
            <a:off x="419006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32" name="Text Placeholder 14">
            <a:extLst>
              <a:ext uri="{FF2B5EF4-FFF2-40B4-BE49-F238E27FC236}">
                <a16:creationId xmlns:a16="http://schemas.microsoft.com/office/drawing/2014/main" id="{0053894D-FD48-4BB5-84D8-2EE54EC8D700}"/>
              </a:ext>
            </a:extLst>
          </p:cNvPr>
          <p:cNvSpPr>
            <a:spLocks noGrp="1"/>
          </p:cNvSpPr>
          <p:nvPr>
            <p:ph type="body" sz="quarter" idx="13" hasCustomPrompt="1"/>
          </p:nvPr>
        </p:nvSpPr>
        <p:spPr>
          <a:xfrm>
            <a:off x="419006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58" name="Text Placeholder 14">
            <a:extLst>
              <a:ext uri="{FF2B5EF4-FFF2-40B4-BE49-F238E27FC236}">
                <a16:creationId xmlns:a16="http://schemas.microsoft.com/office/drawing/2014/main" id="{32A7FBEC-71F7-4A1F-82A1-C7FBFE05185C}"/>
              </a:ext>
            </a:extLst>
          </p:cNvPr>
          <p:cNvSpPr>
            <a:spLocks noGrp="1"/>
          </p:cNvSpPr>
          <p:nvPr>
            <p:ph type="body" sz="quarter" idx="21" hasCustomPrompt="1"/>
          </p:nvPr>
        </p:nvSpPr>
        <p:spPr>
          <a:xfrm>
            <a:off x="7913979" y="256867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57" name="Text Placeholder 14">
            <a:extLst>
              <a:ext uri="{FF2B5EF4-FFF2-40B4-BE49-F238E27FC236}">
                <a16:creationId xmlns:a16="http://schemas.microsoft.com/office/drawing/2014/main" id="{00EDBC93-E454-47AD-B9C9-E7CCE8DE6B59}"/>
              </a:ext>
            </a:extLst>
          </p:cNvPr>
          <p:cNvSpPr>
            <a:spLocks noGrp="1"/>
          </p:cNvSpPr>
          <p:nvPr>
            <p:ph type="body" sz="quarter" idx="20" hasCustomPrompt="1"/>
          </p:nvPr>
        </p:nvSpPr>
        <p:spPr>
          <a:xfrm>
            <a:off x="7913979" y="286198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4" name="Text Placeholder 14">
            <a:extLst>
              <a:ext uri="{FF2B5EF4-FFF2-40B4-BE49-F238E27FC236}">
                <a16:creationId xmlns:a16="http://schemas.microsoft.com/office/drawing/2014/main" id="{E792D94E-72D4-43F1-8063-14A3F6270A35}"/>
              </a:ext>
            </a:extLst>
          </p:cNvPr>
          <p:cNvSpPr>
            <a:spLocks noGrp="1"/>
          </p:cNvSpPr>
          <p:nvPr>
            <p:ph type="body" sz="quarter" idx="23" hasCustomPrompt="1"/>
          </p:nvPr>
        </p:nvSpPr>
        <p:spPr>
          <a:xfrm>
            <a:off x="4190069" y="5044309"/>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3" name="Text Placeholder 14">
            <a:extLst>
              <a:ext uri="{FF2B5EF4-FFF2-40B4-BE49-F238E27FC236}">
                <a16:creationId xmlns:a16="http://schemas.microsoft.com/office/drawing/2014/main" id="{C18EBA8F-5A95-4501-A602-A9889F0CE3A0}"/>
              </a:ext>
            </a:extLst>
          </p:cNvPr>
          <p:cNvSpPr>
            <a:spLocks noGrp="1"/>
          </p:cNvSpPr>
          <p:nvPr>
            <p:ph type="body" sz="quarter" idx="22" hasCustomPrompt="1"/>
          </p:nvPr>
        </p:nvSpPr>
        <p:spPr>
          <a:xfrm>
            <a:off x="4190069" y="5337618"/>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AF03D6DF-70BB-4EC0-B7BF-94BB780FDF01}"/>
              </a:ext>
            </a:extLst>
          </p:cNvPr>
          <p:cNvSpPr>
            <a:spLocks noGrp="1"/>
          </p:cNvSpPr>
          <p:nvPr>
            <p:ph type="body" sz="quarter" idx="25" hasCustomPrompt="1"/>
          </p:nvPr>
        </p:nvSpPr>
        <p:spPr>
          <a:xfrm>
            <a:off x="7913980" y="5047681"/>
            <a:ext cx="3008631" cy="348162"/>
          </a:xfrm>
          <a:prstGeom prst="rect">
            <a:avLst/>
          </a:prstGeom>
        </p:spPr>
        <p:txBody>
          <a:bodyPr/>
          <a:lstStyle>
            <a:lvl1pPr marL="0" indent="0" algn="l">
              <a:buNone/>
              <a:defRPr sz="1600" cap="none" spc="200" baseline="0">
                <a:solidFill>
                  <a:schemeClr val="accent6"/>
                </a:solidFill>
                <a:latin typeface="+mj-lt"/>
              </a:defRPr>
            </a:lvl1pPr>
          </a:lstStyle>
          <a:p>
            <a:pPr lvl="0"/>
            <a:r>
              <a:rPr lang="en-US" dirty="0"/>
              <a:t>Click to add title</a:t>
            </a:r>
          </a:p>
        </p:txBody>
      </p:sp>
      <p:sp>
        <p:nvSpPr>
          <p:cNvPr id="66" name="Text Placeholder 14">
            <a:extLst>
              <a:ext uri="{FF2B5EF4-FFF2-40B4-BE49-F238E27FC236}">
                <a16:creationId xmlns:a16="http://schemas.microsoft.com/office/drawing/2014/main" id="{A21FAF3A-556C-4A61-B1C4-E6FB98BE40B2}"/>
              </a:ext>
            </a:extLst>
          </p:cNvPr>
          <p:cNvSpPr>
            <a:spLocks noGrp="1"/>
          </p:cNvSpPr>
          <p:nvPr>
            <p:ph type="body" sz="quarter" idx="24" hasCustomPrompt="1"/>
          </p:nvPr>
        </p:nvSpPr>
        <p:spPr>
          <a:xfrm>
            <a:off x="7913980" y="5340990"/>
            <a:ext cx="3008630" cy="636682"/>
          </a:xfrm>
          <a:prstGeom prst="rect">
            <a:avLst/>
          </a:prstGeom>
        </p:spPr>
        <p:txBody>
          <a:bodyPr/>
          <a:lstStyle>
            <a:lvl1pPr marL="0" indent="0" algn="l">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2" name="Footer Placeholder 15">
            <a:extLst>
              <a:ext uri="{FF2B5EF4-FFF2-40B4-BE49-F238E27FC236}">
                <a16:creationId xmlns:a16="http://schemas.microsoft.com/office/drawing/2014/main" id="{54442D89-5EE7-4BC5-A35D-B0F93DD36269}"/>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3" name="Slide Number Placeholder 16">
            <a:extLst>
              <a:ext uri="{FF2B5EF4-FFF2-40B4-BE49-F238E27FC236}">
                <a16:creationId xmlns:a16="http://schemas.microsoft.com/office/drawing/2014/main" id="{DC13E404-DE29-4300-A8D5-25F34585A49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4" name="Date Placeholder 14">
            <a:extLst>
              <a:ext uri="{FF2B5EF4-FFF2-40B4-BE49-F238E27FC236}">
                <a16:creationId xmlns:a16="http://schemas.microsoft.com/office/drawing/2014/main" id="{1EAC24B5-8E72-46CA-9A6A-4A6D6EA2C064}"/>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5" name="Picture Placeholder 4">
            <a:extLst>
              <a:ext uri="{FF2B5EF4-FFF2-40B4-BE49-F238E27FC236}">
                <a16:creationId xmlns:a16="http://schemas.microsoft.com/office/drawing/2014/main" id="{C1F11D19-3D38-460E-A8AF-F6A30642EC0D}"/>
              </a:ext>
            </a:extLst>
          </p:cNvPr>
          <p:cNvSpPr>
            <a:spLocks noGrp="1"/>
          </p:cNvSpPr>
          <p:nvPr>
            <p:ph type="pic" sz="quarter" idx="26"/>
          </p:nvPr>
        </p:nvSpPr>
        <p:spPr>
          <a:xfrm>
            <a:off x="4190069" y="181885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1" name="Picture Placeholder 4">
            <a:extLst>
              <a:ext uri="{FF2B5EF4-FFF2-40B4-BE49-F238E27FC236}">
                <a16:creationId xmlns:a16="http://schemas.microsoft.com/office/drawing/2014/main" id="{F915DDB2-3A13-4240-8ECB-677499946C14}"/>
              </a:ext>
            </a:extLst>
          </p:cNvPr>
          <p:cNvSpPr>
            <a:spLocks noGrp="1"/>
          </p:cNvSpPr>
          <p:nvPr>
            <p:ph type="pic" sz="quarter" idx="27"/>
          </p:nvPr>
        </p:nvSpPr>
        <p:spPr>
          <a:xfrm>
            <a:off x="7913979" y="181885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5" name="Picture Placeholder 4">
            <a:extLst>
              <a:ext uri="{FF2B5EF4-FFF2-40B4-BE49-F238E27FC236}">
                <a16:creationId xmlns:a16="http://schemas.microsoft.com/office/drawing/2014/main" id="{E9059CA0-144F-4780-BA0D-005B827AAECE}"/>
              </a:ext>
            </a:extLst>
          </p:cNvPr>
          <p:cNvSpPr>
            <a:spLocks noGrp="1"/>
          </p:cNvSpPr>
          <p:nvPr>
            <p:ph type="pic" sz="quarter" idx="28"/>
          </p:nvPr>
        </p:nvSpPr>
        <p:spPr>
          <a:xfrm>
            <a:off x="4190069" y="4281832"/>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
        <p:nvSpPr>
          <p:cNvPr id="26" name="Picture Placeholder 4">
            <a:extLst>
              <a:ext uri="{FF2B5EF4-FFF2-40B4-BE49-F238E27FC236}">
                <a16:creationId xmlns:a16="http://schemas.microsoft.com/office/drawing/2014/main" id="{B770164C-988C-4217-B0E9-7D0DC17C8BC6}"/>
              </a:ext>
            </a:extLst>
          </p:cNvPr>
          <p:cNvSpPr>
            <a:spLocks noGrp="1"/>
          </p:cNvSpPr>
          <p:nvPr>
            <p:ph type="pic" sz="quarter" idx="29"/>
          </p:nvPr>
        </p:nvSpPr>
        <p:spPr>
          <a:xfrm>
            <a:off x="7908115" y="4294030"/>
            <a:ext cx="603504" cy="603504"/>
          </a:xfrm>
          <a:prstGeom prst="rect">
            <a:avLst/>
          </a:prstGeom>
        </p:spPr>
        <p:txBody>
          <a:bodyPr/>
          <a:lstStyle>
            <a:lvl1pPr marL="0" indent="0">
              <a:buNone/>
              <a:defRPr sz="105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641324145"/>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ED540A63-9BB9-478A-BE65-7A901018323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767FB1D5-16C4-4AAC-9E31-560F596F8D5E}"/>
              </a:ext>
            </a:extLst>
          </p:cNvPr>
          <p:cNvSpPr>
            <a:spLocks noGrp="1"/>
          </p:cNvSpPr>
          <p:nvPr>
            <p:ph type="title" hasCustomPrompt="1"/>
          </p:nvPr>
        </p:nvSpPr>
        <p:spPr>
          <a:xfrm>
            <a:off x="3672555" y="1823626"/>
            <a:ext cx="4569572" cy="580029"/>
          </a:xfrm>
          <a:prstGeom prst="rect">
            <a:avLst/>
          </a:prstGeom>
        </p:spPr>
        <p:txBody>
          <a:bodyPr/>
          <a:lstStyle>
            <a:lvl1pPr>
              <a:defRPr sz="2800" cap="all" spc="400" baseline="0">
                <a:solidFill>
                  <a:schemeClr val="bg1"/>
                </a:solidFill>
              </a:defRPr>
            </a:lvl1pPr>
          </a:lstStyle>
          <a:p>
            <a:r>
              <a:rPr lang="en-US" dirty="0"/>
              <a:t>Click to add title</a:t>
            </a:r>
          </a:p>
        </p:txBody>
      </p:sp>
      <p:sp>
        <p:nvSpPr>
          <p:cNvPr id="27" name="Text Placeholder 14">
            <a:extLst>
              <a:ext uri="{FF2B5EF4-FFF2-40B4-BE49-F238E27FC236}">
                <a16:creationId xmlns:a16="http://schemas.microsoft.com/office/drawing/2014/main" id="{C269BEF2-E65B-4046-B8D1-1E5DC6D58296}"/>
              </a:ext>
            </a:extLst>
          </p:cNvPr>
          <p:cNvSpPr>
            <a:spLocks noGrp="1"/>
          </p:cNvSpPr>
          <p:nvPr>
            <p:ph type="body" sz="quarter" idx="22" hasCustomPrompt="1"/>
          </p:nvPr>
        </p:nvSpPr>
        <p:spPr>
          <a:xfrm>
            <a:off x="2956595" y="2807310"/>
            <a:ext cx="5824073" cy="1940149"/>
          </a:xfrm>
          <a:prstGeom prst="rect">
            <a:avLst/>
          </a:prstGeom>
        </p:spPr>
        <p:txBody>
          <a:bodyPr anchor="t"/>
          <a:lstStyle>
            <a:lvl1pPr marL="0" indent="0" algn="ctr">
              <a:lnSpc>
                <a:spcPct val="200000"/>
              </a:lnSpc>
              <a:spcBef>
                <a:spcPts val="0"/>
              </a:spcBef>
              <a:buNone/>
              <a:defRPr sz="1800" cap="none" spc="200" baseline="0">
                <a:solidFill>
                  <a:schemeClr val="bg1"/>
                </a:solidFill>
                <a:latin typeface="+mn-lt"/>
              </a:defRPr>
            </a:lvl1pPr>
          </a:lstStyle>
          <a:p>
            <a:pPr lvl="0"/>
            <a:r>
              <a:rPr lang="en-US" dirty="0"/>
              <a:t>Click to add title</a:t>
            </a:r>
          </a:p>
        </p:txBody>
      </p:sp>
      <p:sp>
        <p:nvSpPr>
          <p:cNvPr id="18" name="Footer Placeholder 15">
            <a:extLst>
              <a:ext uri="{FF2B5EF4-FFF2-40B4-BE49-F238E27FC236}">
                <a16:creationId xmlns:a16="http://schemas.microsoft.com/office/drawing/2014/main" id="{D89CE923-C669-4E0E-8161-BB328133EE8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9" name="Slide Number Placeholder 16">
            <a:extLst>
              <a:ext uri="{FF2B5EF4-FFF2-40B4-BE49-F238E27FC236}">
                <a16:creationId xmlns:a16="http://schemas.microsoft.com/office/drawing/2014/main" id="{C820EE41-4997-4CD3-B951-56ECA884252E}"/>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0" name="Date Placeholder 14">
            <a:extLst>
              <a:ext uri="{FF2B5EF4-FFF2-40B4-BE49-F238E27FC236}">
                <a16:creationId xmlns:a16="http://schemas.microsoft.com/office/drawing/2014/main" id="{A2A3BC0C-B522-4DA2-BBC0-AC180D8B2C9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319137910"/>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F31BC2D-187A-4ED3-8D67-C55187E532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947F2F5-8E72-425B-A8C2-2B3262F73021}"/>
              </a:ext>
            </a:extLst>
          </p:cNvPr>
          <p:cNvSpPr>
            <a:spLocks noGrp="1"/>
          </p:cNvSpPr>
          <p:nvPr>
            <p:ph type="title" hasCustomPrompt="1"/>
          </p:nvPr>
        </p:nvSpPr>
        <p:spPr>
          <a:xfrm>
            <a:off x="5425440" y="2741026"/>
            <a:ext cx="5002478" cy="2357066"/>
          </a:xfrm>
          <a:prstGeom prst="rect">
            <a:avLst/>
          </a:prstGeom>
        </p:spPr>
        <p:txBody>
          <a:bodyPr/>
          <a:lstStyle>
            <a:lvl1pPr algn="ctr">
              <a:defRPr sz="4800" cap="all" spc="400" baseline="0">
                <a:solidFill>
                  <a:schemeClr val="accent6"/>
                </a:solidFill>
              </a:defRPr>
            </a:lvl1pPr>
          </a:lstStyle>
          <a:p>
            <a:r>
              <a:rPr lang="en-US" dirty="0"/>
              <a:t>Click to add title</a:t>
            </a:r>
          </a:p>
        </p:txBody>
      </p:sp>
    </p:spTree>
    <p:extLst>
      <p:ext uri="{BB962C8B-B14F-4D97-AF65-F5344CB8AC3E}">
        <p14:creationId xmlns:p14="http://schemas.microsoft.com/office/powerpoint/2010/main" val="4250547272"/>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490FC0B-50EB-42D6-A2A5-E02EE642E2E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16" name="Title 15">
            <a:extLst>
              <a:ext uri="{FF2B5EF4-FFF2-40B4-BE49-F238E27FC236}">
                <a16:creationId xmlns:a16="http://schemas.microsoft.com/office/drawing/2014/main" id="{04AFCE56-D794-4638-A3EC-63DCFB4B6F0D}"/>
              </a:ext>
            </a:extLst>
          </p:cNvPr>
          <p:cNvSpPr>
            <a:spLocks noGrp="1"/>
          </p:cNvSpPr>
          <p:nvPr>
            <p:ph type="title" hasCustomPrompt="1"/>
          </p:nvPr>
        </p:nvSpPr>
        <p:spPr>
          <a:xfrm>
            <a:off x="965511" y="760406"/>
            <a:ext cx="5424988" cy="57924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318D6597-136D-4434-B628-D387BBEEC3C5}"/>
              </a:ext>
            </a:extLst>
          </p:cNvPr>
          <p:cNvSpPr>
            <a:spLocks noGrp="1"/>
          </p:cNvSpPr>
          <p:nvPr>
            <p:ph type="body" sz="quarter" idx="12" hasCustomPrompt="1"/>
          </p:nvPr>
        </p:nvSpPr>
        <p:spPr>
          <a:xfrm>
            <a:off x="965511" y="3417877"/>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1" name="Text Placeholder 14">
            <a:extLst>
              <a:ext uri="{FF2B5EF4-FFF2-40B4-BE49-F238E27FC236}">
                <a16:creationId xmlns:a16="http://schemas.microsoft.com/office/drawing/2014/main" id="{0691DF94-6587-4325-9C04-970034F1A85C}"/>
              </a:ext>
            </a:extLst>
          </p:cNvPr>
          <p:cNvSpPr>
            <a:spLocks noGrp="1"/>
          </p:cNvSpPr>
          <p:nvPr>
            <p:ph type="body" sz="quarter" idx="13" hasCustomPrompt="1"/>
          </p:nvPr>
        </p:nvSpPr>
        <p:spPr>
          <a:xfrm>
            <a:off x="965511" y="3766050"/>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2" name="Text Placeholder 14">
            <a:extLst>
              <a:ext uri="{FF2B5EF4-FFF2-40B4-BE49-F238E27FC236}">
                <a16:creationId xmlns:a16="http://schemas.microsoft.com/office/drawing/2014/main" id="{A3CE4E75-7868-44AD-9AF2-753E07BE78A3}"/>
              </a:ext>
            </a:extLst>
          </p:cNvPr>
          <p:cNvSpPr>
            <a:spLocks noGrp="1"/>
          </p:cNvSpPr>
          <p:nvPr>
            <p:ph type="body" sz="quarter" idx="14" hasCustomPrompt="1"/>
          </p:nvPr>
        </p:nvSpPr>
        <p:spPr>
          <a:xfrm>
            <a:off x="4514520" y="3400925"/>
            <a:ext cx="280628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3" name="Text Placeholder 14">
            <a:extLst>
              <a:ext uri="{FF2B5EF4-FFF2-40B4-BE49-F238E27FC236}">
                <a16:creationId xmlns:a16="http://schemas.microsoft.com/office/drawing/2014/main" id="{8A9FE9C2-0801-4D41-A54B-E00BC7AB7C16}"/>
              </a:ext>
            </a:extLst>
          </p:cNvPr>
          <p:cNvSpPr>
            <a:spLocks noGrp="1"/>
          </p:cNvSpPr>
          <p:nvPr>
            <p:ph type="body" sz="quarter" idx="15" hasCustomPrompt="1"/>
          </p:nvPr>
        </p:nvSpPr>
        <p:spPr>
          <a:xfrm>
            <a:off x="4514520" y="3749098"/>
            <a:ext cx="280628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4" name="Text Placeholder 14">
            <a:extLst>
              <a:ext uri="{FF2B5EF4-FFF2-40B4-BE49-F238E27FC236}">
                <a16:creationId xmlns:a16="http://schemas.microsoft.com/office/drawing/2014/main" id="{632FBCC2-2CDB-448A-AA61-8D99495226AF}"/>
              </a:ext>
            </a:extLst>
          </p:cNvPr>
          <p:cNvSpPr>
            <a:spLocks noGrp="1"/>
          </p:cNvSpPr>
          <p:nvPr>
            <p:ph type="body" sz="quarter" idx="16" hasCustomPrompt="1"/>
          </p:nvPr>
        </p:nvSpPr>
        <p:spPr>
          <a:xfrm>
            <a:off x="8063529" y="3400925"/>
            <a:ext cx="2692240" cy="365125"/>
          </a:xfrm>
          <a:prstGeom prst="rect">
            <a:avLst/>
          </a:prstGeom>
        </p:spPr>
        <p:txBody>
          <a:bodyPr/>
          <a:lstStyle>
            <a:lvl1pPr marL="0" indent="0" algn="ctr">
              <a:buNone/>
              <a:defRPr sz="1600" cap="none" spc="200" baseline="0">
                <a:solidFill>
                  <a:schemeClr val="accent6"/>
                </a:solidFill>
                <a:latin typeface="+mj-lt"/>
              </a:defRPr>
            </a:lvl1pPr>
          </a:lstStyle>
          <a:p>
            <a:pPr lvl="0"/>
            <a:r>
              <a:rPr lang="en-US" dirty="0"/>
              <a:t>Click to add title</a:t>
            </a:r>
          </a:p>
        </p:txBody>
      </p:sp>
      <p:sp>
        <p:nvSpPr>
          <p:cNvPr id="15" name="Text Placeholder 14">
            <a:extLst>
              <a:ext uri="{FF2B5EF4-FFF2-40B4-BE49-F238E27FC236}">
                <a16:creationId xmlns:a16="http://schemas.microsoft.com/office/drawing/2014/main" id="{7F6A4D9D-1690-4C0A-9F62-1FE93C0145FC}"/>
              </a:ext>
            </a:extLst>
          </p:cNvPr>
          <p:cNvSpPr>
            <a:spLocks noGrp="1"/>
          </p:cNvSpPr>
          <p:nvPr>
            <p:ph type="body" sz="quarter" idx="17" hasCustomPrompt="1"/>
          </p:nvPr>
        </p:nvSpPr>
        <p:spPr>
          <a:xfrm>
            <a:off x="8063529" y="3749098"/>
            <a:ext cx="2692240" cy="1148945"/>
          </a:xfrm>
          <a:prstGeom prst="rect">
            <a:avLst/>
          </a:prstGeom>
        </p:spPr>
        <p:txBody>
          <a:bodyPr/>
          <a:lstStyle>
            <a:lvl1pPr marL="0" indent="0" algn="ctr">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20" name="Footer Placeholder 15">
            <a:extLst>
              <a:ext uri="{FF2B5EF4-FFF2-40B4-BE49-F238E27FC236}">
                <a16:creationId xmlns:a16="http://schemas.microsoft.com/office/drawing/2014/main" id="{48863DDD-C3CC-439D-B738-34F6E8960AFF}"/>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A4788388-29C8-4E9F-BF82-A1648088A8B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5E6E1CB5-0E5F-4B44-8044-4010565FCF6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2385285123"/>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pportunity Overview">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E96CB8F-A88F-40C3-A65B-8C33A16A0C2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1086E70-8E77-436D-93CE-4BCD3EC94BEA}"/>
              </a:ext>
            </a:extLst>
          </p:cNvPr>
          <p:cNvSpPr>
            <a:spLocks noGrp="1"/>
          </p:cNvSpPr>
          <p:nvPr>
            <p:ph type="title" hasCustomPrompt="1"/>
          </p:nvPr>
        </p:nvSpPr>
        <p:spPr>
          <a:xfrm>
            <a:off x="5029799" y="1380501"/>
            <a:ext cx="5097428" cy="991689"/>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10" name="Text Placeholder 10">
            <a:extLst>
              <a:ext uri="{FF2B5EF4-FFF2-40B4-BE49-F238E27FC236}">
                <a16:creationId xmlns:a16="http://schemas.microsoft.com/office/drawing/2014/main" id="{C95B0D27-123C-4F09-AEDC-7874964B77BC}"/>
              </a:ext>
            </a:extLst>
          </p:cNvPr>
          <p:cNvSpPr>
            <a:spLocks noGrp="1"/>
          </p:cNvSpPr>
          <p:nvPr>
            <p:ph type="body" sz="quarter" idx="14" hasCustomPrompt="1"/>
          </p:nvPr>
        </p:nvSpPr>
        <p:spPr>
          <a:xfrm>
            <a:off x="692337"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13" name="Text Placeholder 14">
            <a:extLst>
              <a:ext uri="{FF2B5EF4-FFF2-40B4-BE49-F238E27FC236}">
                <a16:creationId xmlns:a16="http://schemas.microsoft.com/office/drawing/2014/main" id="{F3772143-8573-4FED-977E-651FC59C168F}"/>
              </a:ext>
            </a:extLst>
          </p:cNvPr>
          <p:cNvSpPr>
            <a:spLocks noGrp="1"/>
          </p:cNvSpPr>
          <p:nvPr>
            <p:ph type="body" sz="quarter" idx="20" hasCustomPrompt="1"/>
          </p:nvPr>
        </p:nvSpPr>
        <p:spPr>
          <a:xfrm>
            <a:off x="692336"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5" name="Text Placeholder 10">
            <a:extLst>
              <a:ext uri="{FF2B5EF4-FFF2-40B4-BE49-F238E27FC236}">
                <a16:creationId xmlns:a16="http://schemas.microsoft.com/office/drawing/2014/main" id="{4FD80858-A8CA-496F-8CC0-5ACDBE65112A}"/>
              </a:ext>
            </a:extLst>
          </p:cNvPr>
          <p:cNvSpPr>
            <a:spLocks noGrp="1"/>
          </p:cNvSpPr>
          <p:nvPr>
            <p:ph type="body" sz="quarter" idx="24" hasCustomPrompt="1"/>
          </p:nvPr>
        </p:nvSpPr>
        <p:spPr>
          <a:xfrm>
            <a:off x="3587933"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3" name="Text Placeholder 14">
            <a:extLst>
              <a:ext uri="{FF2B5EF4-FFF2-40B4-BE49-F238E27FC236}">
                <a16:creationId xmlns:a16="http://schemas.microsoft.com/office/drawing/2014/main" id="{2B840B1F-9319-4653-84C5-FF1FDC5E9D9A}"/>
              </a:ext>
            </a:extLst>
          </p:cNvPr>
          <p:cNvSpPr>
            <a:spLocks noGrp="1"/>
          </p:cNvSpPr>
          <p:nvPr>
            <p:ph type="body" sz="quarter" idx="21" hasCustomPrompt="1"/>
          </p:nvPr>
        </p:nvSpPr>
        <p:spPr>
          <a:xfrm>
            <a:off x="3587931"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7" name="Text Placeholder 10">
            <a:extLst>
              <a:ext uri="{FF2B5EF4-FFF2-40B4-BE49-F238E27FC236}">
                <a16:creationId xmlns:a16="http://schemas.microsoft.com/office/drawing/2014/main" id="{0882E4D8-D2AA-4EA0-BBCE-50334E8D160C}"/>
              </a:ext>
            </a:extLst>
          </p:cNvPr>
          <p:cNvSpPr>
            <a:spLocks noGrp="1"/>
          </p:cNvSpPr>
          <p:nvPr>
            <p:ph type="body" sz="quarter" idx="25" hasCustomPrompt="1"/>
          </p:nvPr>
        </p:nvSpPr>
        <p:spPr>
          <a:xfrm>
            <a:off x="6483530" y="3400981"/>
            <a:ext cx="2693128" cy="991689"/>
          </a:xfrm>
          <a:prstGeom prst="rect">
            <a:avLst/>
          </a:prstGeom>
        </p:spPr>
        <p:txBody>
          <a:bodyPr anchor="b"/>
          <a:lstStyle>
            <a:lvl1pPr marL="0" indent="0" algn="l">
              <a:buNone/>
              <a:defRPr sz="5400" kern="0" cap="all" spc="400" baseline="0">
                <a:solidFill>
                  <a:schemeClr val="accent6"/>
                </a:solidFill>
                <a:latin typeface="+mj-lt"/>
              </a:defRPr>
            </a:lvl1pPr>
          </a:lstStyle>
          <a:p>
            <a:pPr lvl="0"/>
            <a:r>
              <a:rPr lang="en-US" dirty="0"/>
              <a:t>Add title</a:t>
            </a:r>
          </a:p>
        </p:txBody>
      </p:sp>
      <p:sp>
        <p:nvSpPr>
          <p:cNvPr id="36" name="Text Placeholder 14">
            <a:extLst>
              <a:ext uri="{FF2B5EF4-FFF2-40B4-BE49-F238E27FC236}">
                <a16:creationId xmlns:a16="http://schemas.microsoft.com/office/drawing/2014/main" id="{97EFBCD4-F812-493F-895A-3449020A0651}"/>
              </a:ext>
            </a:extLst>
          </p:cNvPr>
          <p:cNvSpPr>
            <a:spLocks noGrp="1"/>
          </p:cNvSpPr>
          <p:nvPr>
            <p:ph type="body" sz="quarter" idx="23" hasCustomPrompt="1"/>
          </p:nvPr>
        </p:nvSpPr>
        <p:spPr>
          <a:xfrm>
            <a:off x="6483528" y="4670980"/>
            <a:ext cx="2693129" cy="1151633"/>
          </a:xfrm>
          <a:prstGeom prst="rect">
            <a:avLst/>
          </a:prstGeom>
        </p:spPr>
        <p:txBody>
          <a:bodyPr anchor="t"/>
          <a:lstStyle>
            <a:lvl1pPr marL="0" indent="0" algn="l">
              <a:lnSpc>
                <a:spcPct val="150000"/>
              </a:lnSpc>
              <a:spcBef>
                <a:spcPts val="0"/>
              </a:spcBef>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0" name="Footer Placeholder 15">
            <a:extLst>
              <a:ext uri="{FF2B5EF4-FFF2-40B4-BE49-F238E27FC236}">
                <a16:creationId xmlns:a16="http://schemas.microsoft.com/office/drawing/2014/main" id="{698D43C2-06AB-4549-BCD0-CBDCA0653292}"/>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1" name="Slide Number Placeholder 16">
            <a:extLst>
              <a:ext uri="{FF2B5EF4-FFF2-40B4-BE49-F238E27FC236}">
                <a16:creationId xmlns:a16="http://schemas.microsoft.com/office/drawing/2014/main" id="{7B2AB1D3-DFF0-43A8-BDE0-52FB314E03A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2" name="Date Placeholder 14">
            <a:extLst>
              <a:ext uri="{FF2B5EF4-FFF2-40B4-BE49-F238E27FC236}">
                <a16:creationId xmlns:a16="http://schemas.microsoft.com/office/drawing/2014/main" id="{28A81ABF-135E-483F-9992-6F79C2F559E9}"/>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3078761954"/>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Opportunity Comparison">
    <p:spTree>
      <p:nvGrpSpPr>
        <p:cNvPr id="1" name=""/>
        <p:cNvGrpSpPr/>
        <p:nvPr/>
      </p:nvGrpSpPr>
      <p:grpSpPr>
        <a:xfrm>
          <a:off x="0" y="0"/>
          <a:ext cx="0" cy="0"/>
          <a:chOff x="0" y="0"/>
          <a:chExt cx="0" cy="0"/>
        </a:xfrm>
      </p:grpSpPr>
      <p:pic>
        <p:nvPicPr>
          <p:cNvPr id="37" name="Graphic 36">
            <a:extLst>
              <a:ext uri="{FF2B5EF4-FFF2-40B4-BE49-F238E27FC236}">
                <a16:creationId xmlns:a16="http://schemas.microsoft.com/office/drawing/2014/main" id="{133E6176-F4F6-41F9-8F2A-BA6586E1658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8AC667-531B-4E40-98C6-B36847DE0684}"/>
              </a:ext>
            </a:extLst>
          </p:cNvPr>
          <p:cNvSpPr>
            <a:spLocks noGrp="1"/>
          </p:cNvSpPr>
          <p:nvPr>
            <p:ph type="title" hasCustomPrompt="1"/>
          </p:nvPr>
        </p:nvSpPr>
        <p:spPr>
          <a:xfrm>
            <a:off x="5029799" y="1377876"/>
            <a:ext cx="5097428" cy="918377"/>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5" name="Text Placeholder 10">
            <a:extLst>
              <a:ext uri="{FF2B5EF4-FFF2-40B4-BE49-F238E27FC236}">
                <a16:creationId xmlns:a16="http://schemas.microsoft.com/office/drawing/2014/main" id="{42930722-7AFE-41FC-8830-E2075CE783EA}"/>
              </a:ext>
            </a:extLst>
          </p:cNvPr>
          <p:cNvSpPr>
            <a:spLocks noGrp="1"/>
          </p:cNvSpPr>
          <p:nvPr>
            <p:ph type="body" sz="quarter" idx="14" hasCustomPrompt="1"/>
          </p:nvPr>
        </p:nvSpPr>
        <p:spPr>
          <a:xfrm>
            <a:off x="2535012" y="272404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6" name="Text Placeholder 14">
            <a:extLst>
              <a:ext uri="{FF2B5EF4-FFF2-40B4-BE49-F238E27FC236}">
                <a16:creationId xmlns:a16="http://schemas.microsoft.com/office/drawing/2014/main" id="{4FD0E59A-1834-4F86-8ED3-1EBC643224D7}"/>
              </a:ext>
            </a:extLst>
          </p:cNvPr>
          <p:cNvSpPr>
            <a:spLocks noGrp="1"/>
          </p:cNvSpPr>
          <p:nvPr>
            <p:ph type="body" sz="quarter" idx="19" hasCustomPrompt="1"/>
          </p:nvPr>
        </p:nvSpPr>
        <p:spPr>
          <a:xfrm>
            <a:off x="4267209" y="2930881"/>
            <a:ext cx="3639904"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27" name="Text Placeholder 14">
            <a:extLst>
              <a:ext uri="{FF2B5EF4-FFF2-40B4-BE49-F238E27FC236}">
                <a16:creationId xmlns:a16="http://schemas.microsoft.com/office/drawing/2014/main" id="{7084F479-66F8-4110-96A2-F3A27ED1C202}"/>
              </a:ext>
            </a:extLst>
          </p:cNvPr>
          <p:cNvSpPr>
            <a:spLocks noGrp="1"/>
          </p:cNvSpPr>
          <p:nvPr>
            <p:ph type="body" sz="quarter" idx="20" hasCustomPrompt="1"/>
          </p:nvPr>
        </p:nvSpPr>
        <p:spPr>
          <a:xfrm>
            <a:off x="4267209" y="3282057"/>
            <a:ext cx="3639904"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8" name="Text Placeholder 10">
            <a:extLst>
              <a:ext uri="{FF2B5EF4-FFF2-40B4-BE49-F238E27FC236}">
                <a16:creationId xmlns:a16="http://schemas.microsoft.com/office/drawing/2014/main" id="{DD083869-3E3D-40A3-AE1C-3384E7096AED}"/>
              </a:ext>
            </a:extLst>
          </p:cNvPr>
          <p:cNvSpPr>
            <a:spLocks noGrp="1"/>
          </p:cNvSpPr>
          <p:nvPr>
            <p:ph type="body" sz="quarter" idx="21" hasCustomPrompt="1"/>
          </p:nvPr>
        </p:nvSpPr>
        <p:spPr>
          <a:xfrm>
            <a:off x="2535012" y="3882118"/>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29" name="Text Placeholder 14">
            <a:extLst>
              <a:ext uri="{FF2B5EF4-FFF2-40B4-BE49-F238E27FC236}">
                <a16:creationId xmlns:a16="http://schemas.microsoft.com/office/drawing/2014/main" id="{ECD259C4-54A9-4BCA-A693-5A8F91D824AD}"/>
              </a:ext>
            </a:extLst>
          </p:cNvPr>
          <p:cNvSpPr>
            <a:spLocks noGrp="1"/>
          </p:cNvSpPr>
          <p:nvPr>
            <p:ph type="body" sz="quarter" idx="22" hasCustomPrompt="1"/>
          </p:nvPr>
        </p:nvSpPr>
        <p:spPr>
          <a:xfrm>
            <a:off x="4267209" y="4097257"/>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0" name="Text Placeholder 14">
            <a:extLst>
              <a:ext uri="{FF2B5EF4-FFF2-40B4-BE49-F238E27FC236}">
                <a16:creationId xmlns:a16="http://schemas.microsoft.com/office/drawing/2014/main" id="{3099E6DD-0A81-4AD6-97AD-DB777418E5D6}"/>
              </a:ext>
            </a:extLst>
          </p:cNvPr>
          <p:cNvSpPr>
            <a:spLocks noGrp="1"/>
          </p:cNvSpPr>
          <p:nvPr>
            <p:ph type="body" sz="quarter" idx="23" hasCustomPrompt="1"/>
          </p:nvPr>
        </p:nvSpPr>
        <p:spPr>
          <a:xfrm>
            <a:off x="4267209" y="4448433"/>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31" name="Text Placeholder 10">
            <a:extLst>
              <a:ext uri="{FF2B5EF4-FFF2-40B4-BE49-F238E27FC236}">
                <a16:creationId xmlns:a16="http://schemas.microsoft.com/office/drawing/2014/main" id="{01E19938-3E97-4D01-9075-1BB1AF8DDF0B}"/>
              </a:ext>
            </a:extLst>
          </p:cNvPr>
          <p:cNvSpPr>
            <a:spLocks noGrp="1"/>
          </p:cNvSpPr>
          <p:nvPr>
            <p:ph type="body" sz="quarter" idx="24" hasCustomPrompt="1"/>
          </p:nvPr>
        </p:nvSpPr>
        <p:spPr>
          <a:xfrm>
            <a:off x="2535012" y="5046627"/>
            <a:ext cx="1786461" cy="1072345"/>
          </a:xfrm>
          <a:prstGeom prst="rect">
            <a:avLst/>
          </a:prstGeom>
        </p:spPr>
        <p:txBody>
          <a:bodyPr anchor="ctr"/>
          <a:lstStyle>
            <a:lvl1pPr marL="0" indent="0" algn="l">
              <a:buNone/>
              <a:defRPr sz="5400" cap="all" spc="400" baseline="0">
                <a:solidFill>
                  <a:schemeClr val="accent6"/>
                </a:solidFill>
                <a:latin typeface="+mj-lt"/>
              </a:defRPr>
            </a:lvl1pPr>
          </a:lstStyle>
          <a:p>
            <a:pPr lvl="0"/>
            <a:r>
              <a:rPr lang="en-US" dirty="0"/>
              <a:t>text</a:t>
            </a:r>
          </a:p>
        </p:txBody>
      </p:sp>
      <p:sp>
        <p:nvSpPr>
          <p:cNvPr id="32" name="Text Placeholder 14">
            <a:extLst>
              <a:ext uri="{FF2B5EF4-FFF2-40B4-BE49-F238E27FC236}">
                <a16:creationId xmlns:a16="http://schemas.microsoft.com/office/drawing/2014/main" id="{FA19E736-C7E5-448A-AC90-0EB1D902C0D9}"/>
              </a:ext>
            </a:extLst>
          </p:cNvPr>
          <p:cNvSpPr>
            <a:spLocks noGrp="1"/>
          </p:cNvSpPr>
          <p:nvPr>
            <p:ph type="body" sz="quarter" idx="25" hasCustomPrompt="1"/>
          </p:nvPr>
        </p:nvSpPr>
        <p:spPr>
          <a:xfrm>
            <a:off x="4258730" y="5267189"/>
            <a:ext cx="3639905" cy="387746"/>
          </a:xfrm>
          <a:prstGeom prst="rect">
            <a:avLst/>
          </a:prstGeom>
        </p:spPr>
        <p:txBody>
          <a:bodyPr/>
          <a:lstStyle>
            <a:lvl1pPr marL="0" indent="0" algn="l">
              <a:buNone/>
              <a:defRPr sz="1800" cap="none" spc="200" baseline="0">
                <a:solidFill>
                  <a:schemeClr val="bg1"/>
                </a:solidFill>
                <a:latin typeface="+mn-lt"/>
              </a:defRPr>
            </a:lvl1pPr>
          </a:lstStyle>
          <a:p>
            <a:pPr lvl="0"/>
            <a:r>
              <a:rPr lang="en-US" dirty="0"/>
              <a:t>Add subtitle</a:t>
            </a:r>
          </a:p>
        </p:txBody>
      </p:sp>
      <p:sp>
        <p:nvSpPr>
          <p:cNvPr id="33" name="Text Placeholder 14">
            <a:extLst>
              <a:ext uri="{FF2B5EF4-FFF2-40B4-BE49-F238E27FC236}">
                <a16:creationId xmlns:a16="http://schemas.microsoft.com/office/drawing/2014/main" id="{4C139082-0147-4871-8F86-8D4DFC57E881}"/>
              </a:ext>
            </a:extLst>
          </p:cNvPr>
          <p:cNvSpPr>
            <a:spLocks noGrp="1"/>
          </p:cNvSpPr>
          <p:nvPr>
            <p:ph type="body" sz="quarter" idx="26" hasCustomPrompt="1"/>
          </p:nvPr>
        </p:nvSpPr>
        <p:spPr>
          <a:xfrm>
            <a:off x="4258730" y="5618365"/>
            <a:ext cx="3639905" cy="481781"/>
          </a:xfrm>
          <a:prstGeom prst="rect">
            <a:avLst/>
          </a:prstGeom>
        </p:spPr>
        <p:txBody>
          <a:bodyPr/>
          <a:lstStyle>
            <a:lvl1pPr marL="0" indent="0" algn="l">
              <a:buNone/>
              <a:defRPr sz="1400" cap="none" spc="200" baseline="0">
                <a:solidFill>
                  <a:schemeClr val="bg1"/>
                </a:solidFill>
                <a:latin typeface="+mn-lt"/>
              </a:defRPr>
            </a:lvl1pPr>
          </a:lstStyle>
          <a:p>
            <a:pPr lvl="0"/>
            <a:r>
              <a:rPr lang="en-US" dirty="0"/>
              <a:t>Add subtitle</a:t>
            </a:r>
          </a:p>
        </p:txBody>
      </p:sp>
      <p:sp>
        <p:nvSpPr>
          <p:cNvPr id="21" name="Footer Placeholder 15">
            <a:extLst>
              <a:ext uri="{FF2B5EF4-FFF2-40B4-BE49-F238E27FC236}">
                <a16:creationId xmlns:a16="http://schemas.microsoft.com/office/drawing/2014/main" id="{97BCF052-161B-4AD4-AE2D-DED3FA964C2D}"/>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E388F47C-0B7F-4C1B-B356-52A1CB56DD0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4654010E-C1FB-4195-AD8B-03A8DAE012A0}"/>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608075937"/>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pic>
        <p:nvPicPr>
          <p:cNvPr id="31" name="Graphic 30">
            <a:extLst>
              <a:ext uri="{FF2B5EF4-FFF2-40B4-BE49-F238E27FC236}">
                <a16:creationId xmlns:a16="http://schemas.microsoft.com/office/drawing/2014/main" id="{84044BB2-E43C-47D4-AA71-04F22AA35EA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C0F929B-B0E5-4A66-B6D7-462C68EF7A7F}"/>
              </a:ext>
            </a:extLst>
          </p:cNvPr>
          <p:cNvSpPr>
            <a:spLocks noGrp="1"/>
          </p:cNvSpPr>
          <p:nvPr>
            <p:ph type="title" hasCustomPrompt="1"/>
          </p:nvPr>
        </p:nvSpPr>
        <p:spPr>
          <a:xfrm>
            <a:off x="2434082" y="2232234"/>
            <a:ext cx="7323836" cy="743753"/>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24" name="Text Placeholder 14">
            <a:extLst>
              <a:ext uri="{FF2B5EF4-FFF2-40B4-BE49-F238E27FC236}">
                <a16:creationId xmlns:a16="http://schemas.microsoft.com/office/drawing/2014/main" id="{04A0468C-03A1-433C-BEB5-89CD0787ABA4}"/>
              </a:ext>
            </a:extLst>
          </p:cNvPr>
          <p:cNvSpPr>
            <a:spLocks noGrp="1"/>
          </p:cNvSpPr>
          <p:nvPr>
            <p:ph type="body" sz="quarter" idx="19" hasCustomPrompt="1"/>
          </p:nvPr>
        </p:nvSpPr>
        <p:spPr>
          <a:xfrm>
            <a:off x="1469369"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5" name="Text Placeholder 14">
            <a:extLst>
              <a:ext uri="{FF2B5EF4-FFF2-40B4-BE49-F238E27FC236}">
                <a16:creationId xmlns:a16="http://schemas.microsoft.com/office/drawing/2014/main" id="{1345DEAC-8D5A-44A0-9EA3-9A2039ADD049}"/>
              </a:ext>
            </a:extLst>
          </p:cNvPr>
          <p:cNvSpPr>
            <a:spLocks noGrp="1"/>
          </p:cNvSpPr>
          <p:nvPr>
            <p:ph type="body" sz="quarter" idx="20" hasCustomPrompt="1"/>
          </p:nvPr>
        </p:nvSpPr>
        <p:spPr>
          <a:xfrm>
            <a:off x="1469369"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6" name="Text Placeholder 14">
            <a:extLst>
              <a:ext uri="{FF2B5EF4-FFF2-40B4-BE49-F238E27FC236}">
                <a16:creationId xmlns:a16="http://schemas.microsoft.com/office/drawing/2014/main" id="{D2839B01-8B79-4655-BADE-8F0A9351936D}"/>
              </a:ext>
            </a:extLst>
          </p:cNvPr>
          <p:cNvSpPr>
            <a:spLocks noGrp="1"/>
          </p:cNvSpPr>
          <p:nvPr>
            <p:ph type="body" sz="quarter" idx="21" hasCustomPrompt="1"/>
          </p:nvPr>
        </p:nvSpPr>
        <p:spPr>
          <a:xfrm>
            <a:off x="6672448" y="3317783"/>
            <a:ext cx="4172533" cy="274650"/>
          </a:xfrm>
          <a:prstGeom prst="rect">
            <a:avLst/>
          </a:prstGeom>
        </p:spPr>
        <p:txBody>
          <a:bodyPr/>
          <a:lstStyle>
            <a:lvl1pPr marL="0" indent="0" algn="l">
              <a:buNone/>
              <a:defRPr sz="1600" cap="all" spc="200" baseline="0">
                <a:solidFill>
                  <a:schemeClr val="accent6"/>
                </a:solidFill>
                <a:latin typeface="+mj-lt"/>
              </a:defRPr>
            </a:lvl1pPr>
          </a:lstStyle>
          <a:p>
            <a:pPr lvl="0"/>
            <a:r>
              <a:rPr lang="en-US" dirty="0"/>
              <a:t>Add subtitle</a:t>
            </a:r>
          </a:p>
        </p:txBody>
      </p:sp>
      <p:sp>
        <p:nvSpPr>
          <p:cNvPr id="27" name="Text Placeholder 14">
            <a:extLst>
              <a:ext uri="{FF2B5EF4-FFF2-40B4-BE49-F238E27FC236}">
                <a16:creationId xmlns:a16="http://schemas.microsoft.com/office/drawing/2014/main" id="{D0AFF7FE-E069-4C57-9F9F-909B7FE43E92}"/>
              </a:ext>
            </a:extLst>
          </p:cNvPr>
          <p:cNvSpPr>
            <a:spLocks noGrp="1"/>
          </p:cNvSpPr>
          <p:nvPr>
            <p:ph type="body" sz="quarter" idx="22" hasCustomPrompt="1"/>
          </p:nvPr>
        </p:nvSpPr>
        <p:spPr>
          <a:xfrm>
            <a:off x="6672448" y="3651424"/>
            <a:ext cx="4172533" cy="2329657"/>
          </a:xfrm>
          <a:prstGeom prst="rect">
            <a:avLst/>
          </a:prstGeom>
        </p:spPr>
        <p:txBody>
          <a:bodyPr/>
          <a:lstStyle>
            <a:lvl1pPr marL="0" indent="0" algn="l">
              <a:lnSpc>
                <a:spcPct val="150000"/>
              </a:lnSpc>
              <a:spcBef>
                <a:spcPts val="0"/>
              </a:spcBef>
              <a:spcAft>
                <a:spcPts val="1200"/>
              </a:spcAft>
              <a:buClr>
                <a:schemeClr val="accent6"/>
              </a:buClr>
              <a:buFont typeface="Courier New" panose="02070309020205020404" pitchFamily="49" charset="0"/>
              <a:buNone/>
              <a:defRPr sz="1400" cap="none" spc="0" baseline="0">
                <a:solidFill>
                  <a:schemeClr val="bg1"/>
                </a:solidFill>
                <a:latin typeface="+mn-lt"/>
              </a:defRPr>
            </a:lvl1pPr>
          </a:lstStyle>
          <a:p>
            <a:pPr lvl="0"/>
            <a:r>
              <a:rPr lang="en-US" dirty="0"/>
              <a:t>Add text here</a:t>
            </a:r>
          </a:p>
        </p:txBody>
      </p: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327214261"/>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172C710-E0AE-4BB2-88CC-99E77C188C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24C9529-8AA8-4D29-9375-C579768868A4}"/>
              </a:ext>
            </a:extLst>
          </p:cNvPr>
          <p:cNvSpPr>
            <a:spLocks noGrp="1"/>
          </p:cNvSpPr>
          <p:nvPr>
            <p:ph type="title" hasCustomPrompt="1"/>
          </p:nvPr>
        </p:nvSpPr>
        <p:spPr>
          <a:xfrm>
            <a:off x="614107" y="501519"/>
            <a:ext cx="10515600" cy="492025"/>
          </a:xfrm>
          <a:prstGeom prst="rect">
            <a:avLst/>
          </a:prstGeom>
        </p:spPr>
        <p:txBody>
          <a:bodyPr/>
          <a:lstStyle>
            <a:lvl1pPr>
              <a:defRPr sz="2800" cap="all" spc="400" baseline="0">
                <a:solidFill>
                  <a:schemeClr val="bg1"/>
                </a:solidFill>
              </a:defRPr>
            </a:lvl1pPr>
          </a:lstStyle>
          <a:p>
            <a:r>
              <a:rPr lang="en-US" dirty="0"/>
              <a:t>Click to add title</a:t>
            </a:r>
          </a:p>
        </p:txBody>
      </p:sp>
      <p:sp>
        <p:nvSpPr>
          <p:cNvPr id="32" name="Text Placeholder 14">
            <a:extLst>
              <a:ext uri="{FF2B5EF4-FFF2-40B4-BE49-F238E27FC236}">
                <a16:creationId xmlns:a16="http://schemas.microsoft.com/office/drawing/2014/main" id="{68E86424-D329-4314-90E5-3475B98D2DDA}"/>
              </a:ext>
            </a:extLst>
          </p:cNvPr>
          <p:cNvSpPr>
            <a:spLocks noGrp="1"/>
          </p:cNvSpPr>
          <p:nvPr>
            <p:ph type="body" sz="quarter" idx="15" hasCustomPrompt="1"/>
          </p:nvPr>
        </p:nvSpPr>
        <p:spPr>
          <a:xfrm>
            <a:off x="3927206" y="1599947"/>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0" name="Text Placeholder 14">
            <a:extLst>
              <a:ext uri="{FF2B5EF4-FFF2-40B4-BE49-F238E27FC236}">
                <a16:creationId xmlns:a16="http://schemas.microsoft.com/office/drawing/2014/main" id="{64DB45FF-E618-4122-91A4-A6E4F2B7FCA0}"/>
              </a:ext>
            </a:extLst>
          </p:cNvPr>
          <p:cNvSpPr>
            <a:spLocks noGrp="1"/>
          </p:cNvSpPr>
          <p:nvPr>
            <p:ph type="body" sz="quarter" idx="20" hasCustomPrompt="1"/>
          </p:nvPr>
        </p:nvSpPr>
        <p:spPr>
          <a:xfrm>
            <a:off x="2423421" y="2378452"/>
            <a:ext cx="1183179" cy="492025"/>
          </a:xfrm>
          <a:prstGeom prst="rect">
            <a:avLst/>
          </a:prstGeom>
        </p:spPr>
        <p:txBody>
          <a:bodyPr anchor="ctr"/>
          <a:lstStyle>
            <a:lvl1pPr marL="0" indent="0" algn="ctr">
              <a:lnSpc>
                <a:spcPct val="100000"/>
              </a:lnSpc>
              <a:buNone/>
              <a:defRPr sz="1800" cap="all" spc="200" baseline="0">
                <a:solidFill>
                  <a:schemeClr val="accent3"/>
                </a:solidFill>
                <a:latin typeface="+mj-lt"/>
              </a:defRPr>
            </a:lvl1pPr>
          </a:lstStyle>
          <a:p>
            <a:pPr lvl="0"/>
            <a:r>
              <a:rPr lang="en-US" dirty="0"/>
              <a:t>Click to add name</a:t>
            </a:r>
          </a:p>
        </p:txBody>
      </p:sp>
      <p:sp>
        <p:nvSpPr>
          <p:cNvPr id="54" name="Text Placeholder 14">
            <a:extLst>
              <a:ext uri="{FF2B5EF4-FFF2-40B4-BE49-F238E27FC236}">
                <a16:creationId xmlns:a16="http://schemas.microsoft.com/office/drawing/2014/main" id="{9D03616C-C870-402E-9CD2-D61A8C881CE6}"/>
              </a:ext>
            </a:extLst>
          </p:cNvPr>
          <p:cNvSpPr>
            <a:spLocks noGrp="1"/>
          </p:cNvSpPr>
          <p:nvPr>
            <p:ph type="body" sz="quarter" idx="26" hasCustomPrompt="1"/>
          </p:nvPr>
        </p:nvSpPr>
        <p:spPr>
          <a:xfrm>
            <a:off x="5443586" y="2129182"/>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dirty="0"/>
              <a:t>Click to add name</a:t>
            </a:r>
          </a:p>
        </p:txBody>
      </p:sp>
      <p:sp>
        <p:nvSpPr>
          <p:cNvPr id="49" name="Text Placeholder 14">
            <a:extLst>
              <a:ext uri="{FF2B5EF4-FFF2-40B4-BE49-F238E27FC236}">
                <a16:creationId xmlns:a16="http://schemas.microsoft.com/office/drawing/2014/main" id="{1EFBBB7D-BA85-47E3-B62F-AA1F2F44FB51}"/>
              </a:ext>
            </a:extLst>
          </p:cNvPr>
          <p:cNvSpPr>
            <a:spLocks noGrp="1"/>
          </p:cNvSpPr>
          <p:nvPr>
            <p:ph type="body" sz="quarter" idx="25" hasCustomPrompt="1"/>
          </p:nvPr>
        </p:nvSpPr>
        <p:spPr>
          <a:xfrm>
            <a:off x="1234399" y="3528829"/>
            <a:ext cx="1209143"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38" name="Text Placeholder 14">
            <a:extLst>
              <a:ext uri="{FF2B5EF4-FFF2-40B4-BE49-F238E27FC236}">
                <a16:creationId xmlns:a16="http://schemas.microsoft.com/office/drawing/2014/main" id="{956FCC53-780F-4831-91B6-1F8A24502CB9}"/>
              </a:ext>
            </a:extLst>
          </p:cNvPr>
          <p:cNvSpPr>
            <a:spLocks noGrp="1"/>
          </p:cNvSpPr>
          <p:nvPr>
            <p:ph type="body" sz="quarter" idx="19" hasCustomPrompt="1"/>
          </p:nvPr>
        </p:nvSpPr>
        <p:spPr>
          <a:xfrm>
            <a:off x="7131018" y="3528829"/>
            <a:ext cx="1380681"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4" name="Text Placeholder 14">
            <a:extLst>
              <a:ext uri="{FF2B5EF4-FFF2-40B4-BE49-F238E27FC236}">
                <a16:creationId xmlns:a16="http://schemas.microsoft.com/office/drawing/2014/main" id="{5A939BCA-4047-481F-B0C2-85F9AFDDFAFF}"/>
              </a:ext>
            </a:extLst>
          </p:cNvPr>
          <p:cNvSpPr>
            <a:spLocks noGrp="1"/>
          </p:cNvSpPr>
          <p:nvPr>
            <p:ph type="body" sz="quarter" idx="22" hasCustomPrompt="1"/>
          </p:nvPr>
        </p:nvSpPr>
        <p:spPr>
          <a:xfrm>
            <a:off x="1322436" y="4634331"/>
            <a:ext cx="1183179" cy="492025"/>
          </a:xfrm>
          <a:prstGeom prst="rect">
            <a:avLst/>
          </a:prstGeom>
        </p:spPr>
        <p:txBody>
          <a:bodyPr anchor="ctr"/>
          <a:lstStyle>
            <a:lvl1pPr marL="0" indent="0" algn="ctr">
              <a:lnSpc>
                <a:spcPct val="100000"/>
              </a:lnSpc>
              <a:buNone/>
              <a:defRPr sz="1800" cap="all" spc="200" baseline="0">
                <a:solidFill>
                  <a:schemeClr val="accent1">
                    <a:lumMod val="50000"/>
                    <a:lumOff val="50000"/>
                  </a:schemeClr>
                </a:solidFill>
                <a:latin typeface="+mj-lt"/>
              </a:defRPr>
            </a:lvl1pPr>
          </a:lstStyle>
          <a:p>
            <a:pPr lvl="0"/>
            <a:r>
              <a:rPr lang="en-US" dirty="0"/>
              <a:t>Click to add name</a:t>
            </a:r>
          </a:p>
        </p:txBody>
      </p:sp>
      <p:sp>
        <p:nvSpPr>
          <p:cNvPr id="42" name="Text Placeholder 14">
            <a:extLst>
              <a:ext uri="{FF2B5EF4-FFF2-40B4-BE49-F238E27FC236}">
                <a16:creationId xmlns:a16="http://schemas.microsoft.com/office/drawing/2014/main" id="{EEACD572-F95D-4ABE-9CC6-03D3CAF89EBF}"/>
              </a:ext>
            </a:extLst>
          </p:cNvPr>
          <p:cNvSpPr>
            <a:spLocks noGrp="1"/>
          </p:cNvSpPr>
          <p:nvPr>
            <p:ph type="body" sz="quarter" idx="21" hasCustomPrompt="1"/>
          </p:nvPr>
        </p:nvSpPr>
        <p:spPr>
          <a:xfrm>
            <a:off x="2859913" y="4459860"/>
            <a:ext cx="1183179" cy="492025"/>
          </a:xfrm>
          <a:prstGeom prst="rect">
            <a:avLst/>
          </a:prstGeom>
        </p:spPr>
        <p:txBody>
          <a:bodyPr anchor="ctr"/>
          <a:lstStyle>
            <a:lvl1pPr marL="0" indent="0" algn="ctr">
              <a:lnSpc>
                <a:spcPct val="100000"/>
              </a:lnSpc>
              <a:buNone/>
              <a:defRPr sz="1800" cap="all" spc="200" baseline="0">
                <a:solidFill>
                  <a:schemeClr val="accent5"/>
                </a:solidFill>
                <a:latin typeface="+mj-lt"/>
              </a:defRPr>
            </a:lvl1pPr>
          </a:lstStyle>
          <a:p>
            <a:pPr lvl="0"/>
            <a:r>
              <a:rPr lang="en-US" dirty="0"/>
              <a:t>Click to add name</a:t>
            </a:r>
          </a:p>
        </p:txBody>
      </p:sp>
      <p:sp>
        <p:nvSpPr>
          <p:cNvPr id="46" name="Text Placeholder 14">
            <a:extLst>
              <a:ext uri="{FF2B5EF4-FFF2-40B4-BE49-F238E27FC236}">
                <a16:creationId xmlns:a16="http://schemas.microsoft.com/office/drawing/2014/main" id="{F21A51C9-DB80-45BF-8C5D-A0236927289E}"/>
              </a:ext>
            </a:extLst>
          </p:cNvPr>
          <p:cNvSpPr>
            <a:spLocks noGrp="1"/>
          </p:cNvSpPr>
          <p:nvPr>
            <p:ph type="body" sz="quarter" idx="23" hasCustomPrompt="1"/>
          </p:nvPr>
        </p:nvSpPr>
        <p:spPr>
          <a:xfrm>
            <a:off x="5237403" y="4321788"/>
            <a:ext cx="1183179" cy="492025"/>
          </a:xfrm>
          <a:prstGeom prst="rect">
            <a:avLst/>
          </a:prstGeom>
        </p:spPr>
        <p:txBody>
          <a:bodyPr anchor="ctr"/>
          <a:lstStyle>
            <a:lvl1pPr marL="0" indent="0" algn="ctr">
              <a:lnSpc>
                <a:spcPct val="100000"/>
              </a:lnSpc>
              <a:buNone/>
              <a:defRPr sz="1800" cap="all" spc="200" baseline="0">
                <a:solidFill>
                  <a:schemeClr val="accent6">
                    <a:lumMod val="75000"/>
                  </a:schemeClr>
                </a:solidFill>
                <a:latin typeface="+mj-lt"/>
              </a:defRPr>
            </a:lvl1pPr>
          </a:lstStyle>
          <a:p>
            <a:pPr lvl="0"/>
            <a:r>
              <a:rPr lang="en-US" dirty="0"/>
              <a:t>Click to add name</a:t>
            </a:r>
          </a:p>
        </p:txBody>
      </p:sp>
      <p:sp>
        <p:nvSpPr>
          <p:cNvPr id="34" name="Text Placeholder 14">
            <a:extLst>
              <a:ext uri="{FF2B5EF4-FFF2-40B4-BE49-F238E27FC236}">
                <a16:creationId xmlns:a16="http://schemas.microsoft.com/office/drawing/2014/main" id="{AAF01185-D17F-4327-A264-7BA944344077}"/>
              </a:ext>
            </a:extLst>
          </p:cNvPr>
          <p:cNvSpPr>
            <a:spLocks noGrp="1"/>
          </p:cNvSpPr>
          <p:nvPr>
            <p:ph type="body" sz="quarter" idx="17" hasCustomPrompt="1"/>
          </p:nvPr>
        </p:nvSpPr>
        <p:spPr>
          <a:xfrm>
            <a:off x="3927206" y="5468790"/>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dirty="0"/>
              <a:t>Click to add name</a:t>
            </a:r>
          </a:p>
        </p:txBody>
      </p:sp>
      <p:sp>
        <p:nvSpPr>
          <p:cNvPr id="48" name="Text Placeholder 14">
            <a:extLst>
              <a:ext uri="{FF2B5EF4-FFF2-40B4-BE49-F238E27FC236}">
                <a16:creationId xmlns:a16="http://schemas.microsoft.com/office/drawing/2014/main" id="{0F026DA0-6868-4098-AA73-18F8CB275090}"/>
              </a:ext>
            </a:extLst>
          </p:cNvPr>
          <p:cNvSpPr>
            <a:spLocks noGrp="1"/>
          </p:cNvSpPr>
          <p:nvPr>
            <p:ph type="body" sz="quarter" idx="24" hasCustomPrompt="1"/>
          </p:nvPr>
        </p:nvSpPr>
        <p:spPr>
          <a:xfrm>
            <a:off x="6486546" y="5195673"/>
            <a:ext cx="1183179" cy="492025"/>
          </a:xfrm>
          <a:prstGeom prst="rect">
            <a:avLst/>
          </a:prstGeom>
        </p:spPr>
        <p:txBody>
          <a:bodyPr anchor="ctr"/>
          <a:lstStyle>
            <a:lvl1pPr marL="0" indent="0" algn="ctr">
              <a:lnSpc>
                <a:spcPct val="100000"/>
              </a:lnSpc>
              <a:buNone/>
              <a:defRPr sz="1800" cap="all" spc="200" baseline="0">
                <a:solidFill>
                  <a:schemeClr val="bg1">
                    <a:lumMod val="75000"/>
                  </a:schemeClr>
                </a:solidFill>
                <a:latin typeface="+mj-lt"/>
              </a:defRPr>
            </a:lvl1pPr>
          </a:lstStyle>
          <a:p>
            <a:pPr lvl="0"/>
            <a:r>
              <a:rPr lang="en-US" dirty="0"/>
              <a:t>Click to add name</a:t>
            </a:r>
          </a:p>
        </p:txBody>
      </p:sp>
      <p:cxnSp>
        <p:nvCxnSpPr>
          <p:cNvPr id="17" name="Straight Connector 16">
            <a:extLst>
              <a:ext uri="{FF2B5EF4-FFF2-40B4-BE49-F238E27FC236}">
                <a16:creationId xmlns:a16="http://schemas.microsoft.com/office/drawing/2014/main" id="{C6886378-0368-485F-8D6E-3C9CB4C63C1F}"/>
              </a:ext>
              <a:ext uri="{C183D7F6-B498-43B3-948B-1728B52AA6E4}">
                <adec:decorative xmlns:adec="http://schemas.microsoft.com/office/drawing/2017/decorative" val="1"/>
              </a:ext>
            </a:extLst>
          </p:cNvPr>
          <p:cNvCxnSpPr>
            <a:cxnSpLocks/>
          </p:cNvCxnSpPr>
          <p:nvPr userDrawn="1"/>
        </p:nvCxnSpPr>
        <p:spPr>
          <a:xfrm>
            <a:off x="2447369" y="377484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58EB2C4E-9EF3-4CC7-9BDE-ED5598CCBF65}"/>
              </a:ext>
              <a:ext uri="{C183D7F6-B498-43B3-948B-1728B52AA6E4}">
                <adec:decorative xmlns:adec="http://schemas.microsoft.com/office/drawing/2017/decorative" val="1"/>
              </a:ext>
            </a:extLst>
          </p:cNvPr>
          <p:cNvCxnSpPr>
            <a:cxnSpLocks/>
          </p:cNvCxnSpPr>
          <p:nvPr userDrawn="1"/>
        </p:nvCxnSpPr>
        <p:spPr>
          <a:xfrm flipV="1">
            <a:off x="4780689" y="209197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1" name="Footer Placeholder 15">
            <a:extLst>
              <a:ext uri="{FF2B5EF4-FFF2-40B4-BE49-F238E27FC236}">
                <a16:creationId xmlns:a16="http://schemas.microsoft.com/office/drawing/2014/main" id="{95A4BAFB-A1C5-4E01-9E16-ED02AADB1FA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22" name="Slide Number Placeholder 16">
            <a:extLst>
              <a:ext uri="{FF2B5EF4-FFF2-40B4-BE49-F238E27FC236}">
                <a16:creationId xmlns:a16="http://schemas.microsoft.com/office/drawing/2014/main" id="{D2409207-E360-4301-9134-4DA109683DDC}"/>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23" name="Date Placeholder 14">
            <a:extLst>
              <a:ext uri="{FF2B5EF4-FFF2-40B4-BE49-F238E27FC236}">
                <a16:creationId xmlns:a16="http://schemas.microsoft.com/office/drawing/2014/main" id="{F78AA50C-2DC6-46C5-B2CE-FB29A305F81D}"/>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2794545393"/>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EDCC43F-6D79-4D9A-A842-74287B40D3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3371"/>
            <a:ext cx="12192000" cy="6858000"/>
          </a:xfrm>
          <a:prstGeom prst="rect">
            <a:avLst/>
          </a:prstGeom>
        </p:spPr>
      </p:pic>
      <p:sp>
        <p:nvSpPr>
          <p:cNvPr id="3" name="Title 2">
            <a:extLst>
              <a:ext uri="{FF2B5EF4-FFF2-40B4-BE49-F238E27FC236}">
                <a16:creationId xmlns:a16="http://schemas.microsoft.com/office/drawing/2014/main" id="{A8255D77-6260-4F8F-86E3-D0AAF36FA403}"/>
              </a:ext>
            </a:extLst>
          </p:cNvPr>
          <p:cNvSpPr>
            <a:spLocks noGrp="1"/>
          </p:cNvSpPr>
          <p:nvPr>
            <p:ph type="title" hasCustomPrompt="1"/>
          </p:nvPr>
        </p:nvSpPr>
        <p:spPr>
          <a:xfrm>
            <a:off x="3294345" y="1158710"/>
            <a:ext cx="5611660" cy="677782"/>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8" name="Text Placeholder 14">
            <a:extLst>
              <a:ext uri="{FF2B5EF4-FFF2-40B4-BE49-F238E27FC236}">
                <a16:creationId xmlns:a16="http://schemas.microsoft.com/office/drawing/2014/main" id="{5C91A828-665B-4FC2-950E-370DF47348CE}"/>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10" name="Text Placeholder 14">
            <a:extLst>
              <a:ext uri="{FF2B5EF4-FFF2-40B4-BE49-F238E27FC236}">
                <a16:creationId xmlns:a16="http://schemas.microsoft.com/office/drawing/2014/main" id="{0BE18AA7-27E7-4763-A428-079E43A450DA}"/>
              </a:ext>
            </a:extLst>
          </p:cNvPr>
          <p:cNvSpPr>
            <a:spLocks noGrp="1"/>
          </p:cNvSpPr>
          <p:nvPr>
            <p:ph type="body" sz="quarter" idx="26" hasCustomPrompt="1"/>
          </p:nvPr>
        </p:nvSpPr>
        <p:spPr>
          <a:xfrm>
            <a:off x="1833290"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6ED488B3-3B38-4DE8-8789-E9C406DB6525}"/>
              </a:ext>
            </a:extLst>
          </p:cNvPr>
          <p:cNvSpPr>
            <a:spLocks noGrp="1"/>
          </p:cNvSpPr>
          <p:nvPr>
            <p:ph type="body" sz="quarter" idx="27" hasCustomPrompt="1"/>
          </p:nvPr>
        </p:nvSpPr>
        <p:spPr>
          <a:xfrm>
            <a:off x="5053332"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9" name="Text Placeholder 14">
            <a:extLst>
              <a:ext uri="{FF2B5EF4-FFF2-40B4-BE49-F238E27FC236}">
                <a16:creationId xmlns:a16="http://schemas.microsoft.com/office/drawing/2014/main" id="{5717E8AA-E5DC-43D1-BED9-1A8F554EB61F}"/>
              </a:ext>
            </a:extLst>
          </p:cNvPr>
          <p:cNvSpPr>
            <a:spLocks noGrp="1"/>
          </p:cNvSpPr>
          <p:nvPr>
            <p:ph type="body" sz="quarter" idx="28" hasCustomPrompt="1"/>
          </p:nvPr>
        </p:nvSpPr>
        <p:spPr>
          <a:xfrm>
            <a:off x="8197008" y="3262556"/>
            <a:ext cx="1706965" cy="1048575"/>
          </a:xfrm>
          <a:prstGeom prst="rect">
            <a:avLst/>
          </a:prstGeom>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20" name="Text Placeholder 14">
            <a:extLst>
              <a:ext uri="{FF2B5EF4-FFF2-40B4-BE49-F238E27FC236}">
                <a16:creationId xmlns:a16="http://schemas.microsoft.com/office/drawing/2014/main" id="{83A9D178-AD0E-4E87-97B3-88B79A533B1B}"/>
              </a:ext>
            </a:extLst>
          </p:cNvPr>
          <p:cNvSpPr>
            <a:spLocks noGrp="1"/>
          </p:cNvSpPr>
          <p:nvPr>
            <p:ph type="body" sz="quarter" idx="13" hasCustomPrompt="1"/>
          </p:nvPr>
        </p:nvSpPr>
        <p:spPr>
          <a:xfrm>
            <a:off x="1462028"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1" name="Text Placeholder 14">
            <a:extLst>
              <a:ext uri="{FF2B5EF4-FFF2-40B4-BE49-F238E27FC236}">
                <a16:creationId xmlns:a16="http://schemas.microsoft.com/office/drawing/2014/main" id="{BF8B39EE-8EB7-4880-A9FE-9F98D23984F3}"/>
              </a:ext>
            </a:extLst>
          </p:cNvPr>
          <p:cNvSpPr>
            <a:spLocks noGrp="1"/>
          </p:cNvSpPr>
          <p:nvPr>
            <p:ph type="body" sz="quarter" idx="29" hasCustomPrompt="1"/>
          </p:nvPr>
        </p:nvSpPr>
        <p:spPr>
          <a:xfrm>
            <a:off x="4691306" y="4704558"/>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22" name="Text Placeholder 14">
            <a:extLst>
              <a:ext uri="{FF2B5EF4-FFF2-40B4-BE49-F238E27FC236}">
                <a16:creationId xmlns:a16="http://schemas.microsoft.com/office/drawing/2014/main" id="{C74686F1-FD3B-4529-9DBC-C6E34312C5CF}"/>
              </a:ext>
            </a:extLst>
          </p:cNvPr>
          <p:cNvSpPr>
            <a:spLocks noGrp="1"/>
          </p:cNvSpPr>
          <p:nvPr>
            <p:ph type="body" sz="quarter" idx="30" hasCustomPrompt="1"/>
          </p:nvPr>
        </p:nvSpPr>
        <p:spPr>
          <a:xfrm>
            <a:off x="7834982" y="4704557"/>
            <a:ext cx="2431015"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0A8B5FF2-6B96-4FE7-A6ED-0C89D74FAD0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B8BB57A8-7823-42A3-BA84-96690BFFDC3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902A41BF-FE61-48B9-A0B1-94AAB15381BA}"/>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858706782"/>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spTree>
      <p:nvGrpSpPr>
        <p:cNvPr id="1" name=""/>
        <p:cNvGrpSpPr/>
        <p:nvPr/>
      </p:nvGrpSpPr>
      <p:grpSpPr>
        <a:xfrm>
          <a:off x="0" y="0"/>
          <a:ext cx="0" cy="0"/>
          <a:chOff x="0" y="0"/>
          <a:chExt cx="0" cy="0"/>
        </a:xfrm>
      </p:grpSpPr>
      <p:pic>
        <p:nvPicPr>
          <p:cNvPr id="36" name="Graphic 35">
            <a:extLst>
              <a:ext uri="{FF2B5EF4-FFF2-40B4-BE49-F238E27FC236}">
                <a16:creationId xmlns:a16="http://schemas.microsoft.com/office/drawing/2014/main" id="{41C2529C-151F-488B-A358-D60A3D5521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3371"/>
            <a:ext cx="12192000" cy="6858000"/>
          </a:xfrm>
          <a:prstGeom prst="rect">
            <a:avLst/>
          </a:prstGeom>
        </p:spPr>
      </p:pic>
      <p:sp>
        <p:nvSpPr>
          <p:cNvPr id="2" name="Title 1">
            <a:extLst>
              <a:ext uri="{FF2B5EF4-FFF2-40B4-BE49-F238E27FC236}">
                <a16:creationId xmlns:a16="http://schemas.microsoft.com/office/drawing/2014/main" id="{53E2EB21-CF4E-4578-820A-EACF488B1712}"/>
              </a:ext>
            </a:extLst>
          </p:cNvPr>
          <p:cNvSpPr>
            <a:spLocks noGrp="1"/>
          </p:cNvSpPr>
          <p:nvPr>
            <p:ph type="title" hasCustomPrompt="1"/>
          </p:nvPr>
        </p:nvSpPr>
        <p:spPr>
          <a:xfrm>
            <a:off x="3356975" y="1144939"/>
            <a:ext cx="5473874" cy="687833"/>
          </a:xfrm>
          <a:prstGeom prst="rect">
            <a:avLst/>
          </a:prstGeom>
        </p:spPr>
        <p:txBody>
          <a:bodyPr anchor="b"/>
          <a:lstStyle>
            <a:lvl1pPr algn="ctr">
              <a:defRPr sz="2800" cap="all" spc="400" baseline="0">
                <a:solidFill>
                  <a:schemeClr val="bg1"/>
                </a:solidFill>
              </a:defRPr>
            </a:lvl1pPr>
          </a:lstStyle>
          <a:p>
            <a:r>
              <a:rPr lang="en-US" dirty="0"/>
              <a:t>Click to add title</a:t>
            </a:r>
          </a:p>
        </p:txBody>
      </p:sp>
      <p:sp>
        <p:nvSpPr>
          <p:cNvPr id="10" name="Text Placeholder 14">
            <a:extLst>
              <a:ext uri="{FF2B5EF4-FFF2-40B4-BE49-F238E27FC236}">
                <a16:creationId xmlns:a16="http://schemas.microsoft.com/office/drawing/2014/main" id="{7F450FCB-3FE4-489F-A4BA-4BF492C226C5}"/>
              </a:ext>
            </a:extLst>
          </p:cNvPr>
          <p:cNvSpPr>
            <a:spLocks noGrp="1"/>
          </p:cNvSpPr>
          <p:nvPr>
            <p:ph type="body" sz="quarter" idx="19" hasCustomPrompt="1"/>
          </p:nvPr>
        </p:nvSpPr>
        <p:spPr>
          <a:xfrm>
            <a:off x="3519730" y="1836492"/>
            <a:ext cx="5152539" cy="718457"/>
          </a:xfrm>
          <a:prstGeom prst="rect">
            <a:avLst/>
          </a:prstGeom>
        </p:spPr>
        <p:txBody>
          <a:bodyPr/>
          <a:lstStyle>
            <a:lvl1pPr marL="0" indent="0" algn="ctr">
              <a:buNone/>
              <a:defRPr sz="1800" cap="none" spc="200" baseline="0">
                <a:solidFill>
                  <a:schemeClr val="bg1"/>
                </a:solidFill>
                <a:latin typeface="+mn-lt"/>
              </a:defRPr>
            </a:lvl1pPr>
          </a:lstStyle>
          <a:p>
            <a:pPr lvl="0"/>
            <a:r>
              <a:rPr lang="en-US" dirty="0"/>
              <a:t>Add subtitle</a:t>
            </a:r>
          </a:p>
        </p:txBody>
      </p:sp>
      <p:sp>
        <p:nvSpPr>
          <p:cNvPr id="39" name="Text Placeholder 10">
            <a:extLst>
              <a:ext uri="{FF2B5EF4-FFF2-40B4-BE49-F238E27FC236}">
                <a16:creationId xmlns:a16="http://schemas.microsoft.com/office/drawing/2014/main" id="{EB6054A1-FB6D-4599-BAA9-5A51A0FA8C5C}"/>
              </a:ext>
            </a:extLst>
          </p:cNvPr>
          <p:cNvSpPr>
            <a:spLocks noGrp="1"/>
          </p:cNvSpPr>
          <p:nvPr>
            <p:ph type="body" sz="quarter" idx="24" hasCustomPrompt="1"/>
          </p:nvPr>
        </p:nvSpPr>
        <p:spPr>
          <a:xfrm>
            <a:off x="963991" y="2822318"/>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4" name="Content Placeholder 3">
            <a:extLst>
              <a:ext uri="{FF2B5EF4-FFF2-40B4-BE49-F238E27FC236}">
                <a16:creationId xmlns:a16="http://schemas.microsoft.com/office/drawing/2014/main" id="{95054896-ABA6-49DF-9D5D-B2E6224DD442}"/>
              </a:ext>
            </a:extLst>
          </p:cNvPr>
          <p:cNvSpPr>
            <a:spLocks noGrp="1"/>
          </p:cNvSpPr>
          <p:nvPr>
            <p:ph sz="quarter" idx="32"/>
          </p:nvPr>
        </p:nvSpPr>
        <p:spPr>
          <a:xfrm>
            <a:off x="866775"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10">
            <a:extLst>
              <a:ext uri="{FF2B5EF4-FFF2-40B4-BE49-F238E27FC236}">
                <a16:creationId xmlns:a16="http://schemas.microsoft.com/office/drawing/2014/main" id="{5E9FFDEA-766B-48BC-B5E5-F06563BF4DE9}"/>
              </a:ext>
            </a:extLst>
          </p:cNvPr>
          <p:cNvSpPr>
            <a:spLocks noGrp="1"/>
          </p:cNvSpPr>
          <p:nvPr>
            <p:ph type="body" sz="quarter" idx="25" hasCustomPrompt="1"/>
          </p:nvPr>
        </p:nvSpPr>
        <p:spPr>
          <a:xfrm>
            <a:off x="6479875" y="2829932"/>
            <a:ext cx="3574251" cy="448769"/>
          </a:xfrm>
          <a:prstGeom prst="rect">
            <a:avLst/>
          </a:prstGeom>
        </p:spPr>
        <p:txBody>
          <a:bodyPr/>
          <a:lstStyle>
            <a:lvl1pPr marL="0" indent="0" algn="l">
              <a:buNone/>
              <a:defRPr sz="1600" cap="none" spc="200" baseline="0">
                <a:solidFill>
                  <a:schemeClr val="bg1"/>
                </a:solidFill>
                <a:latin typeface="+mj-lt"/>
              </a:defRPr>
            </a:lvl1pPr>
          </a:lstStyle>
          <a:p>
            <a:pPr lvl="0"/>
            <a:r>
              <a:rPr lang="en-US" dirty="0"/>
              <a:t>Click to add title</a:t>
            </a:r>
          </a:p>
        </p:txBody>
      </p:sp>
      <p:sp>
        <p:nvSpPr>
          <p:cNvPr id="12" name="Footer Placeholder 15">
            <a:extLst>
              <a:ext uri="{FF2B5EF4-FFF2-40B4-BE49-F238E27FC236}">
                <a16:creationId xmlns:a16="http://schemas.microsoft.com/office/drawing/2014/main" id="{067B5EA1-9C03-415F-A792-0E81289DB3B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258AB827-653F-449B-8FE9-EC1E4F1C15B3}"/>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045230A5-30E4-4168-93C9-124C889B63F7}"/>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
        <p:nvSpPr>
          <p:cNvPr id="34" name="Content Placeholder 3">
            <a:extLst>
              <a:ext uri="{FF2B5EF4-FFF2-40B4-BE49-F238E27FC236}">
                <a16:creationId xmlns:a16="http://schemas.microsoft.com/office/drawing/2014/main" id="{C1979EE6-6944-48F0-87CE-65E90A3ACC71}"/>
              </a:ext>
            </a:extLst>
          </p:cNvPr>
          <p:cNvSpPr>
            <a:spLocks noGrp="1"/>
          </p:cNvSpPr>
          <p:nvPr>
            <p:ph sz="quarter" idx="33"/>
          </p:nvPr>
        </p:nvSpPr>
        <p:spPr>
          <a:xfrm>
            <a:off x="6433647" y="3333750"/>
            <a:ext cx="4352925" cy="263683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2514228"/>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pic>
        <p:nvPicPr>
          <p:cNvPr id="120" name="Graphic 119">
            <a:extLst>
              <a:ext uri="{FF2B5EF4-FFF2-40B4-BE49-F238E27FC236}">
                <a16:creationId xmlns:a16="http://schemas.microsoft.com/office/drawing/2014/main" id="{0D59F18F-5BD3-4E80-A69E-6D92DA9BB5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grpSp>
        <p:nvGrpSpPr>
          <p:cNvPr id="100" name="Group 99">
            <a:extLst>
              <a:ext uri="{FF2B5EF4-FFF2-40B4-BE49-F238E27FC236}">
                <a16:creationId xmlns:a16="http://schemas.microsoft.com/office/drawing/2014/main" id="{79CFC79B-A403-4086-AB1A-E4F1F5AC31F2}"/>
              </a:ext>
              <a:ext uri="{C183D7F6-B498-43B3-948B-1728B52AA6E4}">
                <adec:decorative xmlns:adec="http://schemas.microsoft.com/office/drawing/2017/decorative" val="1"/>
              </a:ext>
            </a:extLst>
          </p:cNvPr>
          <p:cNvGrpSpPr/>
          <p:nvPr userDrawn="1"/>
        </p:nvGrpSpPr>
        <p:grpSpPr>
          <a:xfrm>
            <a:off x="2010137" y="2689356"/>
            <a:ext cx="8510121" cy="0"/>
            <a:chOff x="1504814" y="2488864"/>
            <a:chExt cx="8510121" cy="0"/>
          </a:xfrm>
        </p:grpSpPr>
        <p:cxnSp>
          <p:nvCxnSpPr>
            <p:cNvPr id="79" name="Straight Connector 78">
              <a:extLst>
                <a:ext uri="{FF2B5EF4-FFF2-40B4-BE49-F238E27FC236}">
                  <a16:creationId xmlns:a16="http://schemas.microsoft.com/office/drawing/2014/main" id="{3993C126-30E8-42C9-97ED-B7968CE61D87}"/>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710C08B4-5A67-4383-9733-CF6DCA952D8F}"/>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736A6D3-72B8-4ADD-83D7-F905F1EB82FE}"/>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C048AE4-D798-4F1B-874C-F9044ECC8603}"/>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24A7533-05E8-464C-81E3-83136E632AF6}"/>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14E820A-336F-43A8-AB0D-875A28FB90F6}"/>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D557188-FB50-4CF1-85AD-28747D97DC45}"/>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1AF23435-A9FF-4958-AAD2-BC57F32090C1}"/>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B538E04-AA2E-459F-8D6B-7272BF9117A5}"/>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379A5921-876C-47AA-BF02-FADD423D79B7}"/>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B30A0A8-B885-4ACC-A172-7A4408F0C0BC}"/>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3B7C7B2-16AE-4434-A8AD-0977BCB9459A}"/>
              </a:ext>
            </a:extLst>
          </p:cNvPr>
          <p:cNvSpPr>
            <a:spLocks noGrp="1"/>
          </p:cNvSpPr>
          <p:nvPr>
            <p:ph type="title" hasCustomPrompt="1"/>
          </p:nvPr>
        </p:nvSpPr>
        <p:spPr>
          <a:xfrm>
            <a:off x="681698" y="512299"/>
            <a:ext cx="10515600" cy="727388"/>
          </a:xfrm>
          <a:prstGeom prst="rect">
            <a:avLst/>
          </a:prstGeom>
        </p:spPr>
        <p:txBody>
          <a:bodyPr/>
          <a:lstStyle>
            <a:lvl1pPr>
              <a:defRPr sz="2800" cap="all" spc="400" baseline="0">
                <a:solidFill>
                  <a:schemeClr val="bg1"/>
                </a:solidFill>
              </a:defRPr>
            </a:lvl1pPr>
          </a:lstStyle>
          <a:p>
            <a:r>
              <a:rPr lang="en-US" dirty="0"/>
              <a:t>Click to add title</a:t>
            </a:r>
          </a:p>
        </p:txBody>
      </p:sp>
      <p:sp>
        <p:nvSpPr>
          <p:cNvPr id="121" name="Text Placeholder 14">
            <a:extLst>
              <a:ext uri="{FF2B5EF4-FFF2-40B4-BE49-F238E27FC236}">
                <a16:creationId xmlns:a16="http://schemas.microsoft.com/office/drawing/2014/main" id="{53B0593C-E961-4FCF-8FFD-E10C0FD17BBF}"/>
              </a:ext>
            </a:extLst>
          </p:cNvPr>
          <p:cNvSpPr>
            <a:spLocks noGrp="1"/>
          </p:cNvSpPr>
          <p:nvPr>
            <p:ph type="body" sz="quarter" idx="43" hasCustomPrompt="1"/>
          </p:nvPr>
        </p:nvSpPr>
        <p:spPr>
          <a:xfrm>
            <a:off x="199242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2" name="Text Placeholder 14">
            <a:extLst>
              <a:ext uri="{FF2B5EF4-FFF2-40B4-BE49-F238E27FC236}">
                <a16:creationId xmlns:a16="http://schemas.microsoft.com/office/drawing/2014/main" id="{82A98F85-0B8A-4F76-813C-C9E7A0AD8804}"/>
              </a:ext>
            </a:extLst>
          </p:cNvPr>
          <p:cNvSpPr>
            <a:spLocks noGrp="1"/>
          </p:cNvSpPr>
          <p:nvPr>
            <p:ph type="body" sz="quarter" idx="44" hasCustomPrompt="1"/>
          </p:nvPr>
        </p:nvSpPr>
        <p:spPr>
          <a:xfrm>
            <a:off x="4360668"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3" name="Text Placeholder 14">
            <a:extLst>
              <a:ext uri="{FF2B5EF4-FFF2-40B4-BE49-F238E27FC236}">
                <a16:creationId xmlns:a16="http://schemas.microsoft.com/office/drawing/2014/main" id="{0E645547-1191-4919-804B-D1DC905F3680}"/>
              </a:ext>
            </a:extLst>
          </p:cNvPr>
          <p:cNvSpPr>
            <a:spLocks noGrp="1"/>
          </p:cNvSpPr>
          <p:nvPr>
            <p:ph type="body" sz="quarter" idx="45" hasCustomPrompt="1"/>
          </p:nvPr>
        </p:nvSpPr>
        <p:spPr>
          <a:xfrm>
            <a:off x="8307743" y="1780403"/>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3" name="Text Placeholder 14">
            <a:extLst>
              <a:ext uri="{FF2B5EF4-FFF2-40B4-BE49-F238E27FC236}">
                <a16:creationId xmlns:a16="http://schemas.microsoft.com/office/drawing/2014/main" id="{70437561-3145-4AA5-B5BF-FC2748828C08}"/>
              </a:ext>
            </a:extLst>
          </p:cNvPr>
          <p:cNvSpPr>
            <a:spLocks noGrp="1"/>
          </p:cNvSpPr>
          <p:nvPr>
            <p:ph type="body" sz="quarter" idx="41" hasCustomPrompt="1"/>
          </p:nvPr>
        </p:nvSpPr>
        <p:spPr>
          <a:xfrm>
            <a:off x="505322" y="2436036"/>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42" name="Text Placeholder 14">
            <a:extLst>
              <a:ext uri="{FF2B5EF4-FFF2-40B4-BE49-F238E27FC236}">
                <a16:creationId xmlns:a16="http://schemas.microsoft.com/office/drawing/2014/main" id="{25924F20-2A98-40F8-8A1C-BF4BCDC2E915}"/>
              </a:ext>
            </a:extLst>
          </p:cNvPr>
          <p:cNvSpPr>
            <a:spLocks noGrp="1"/>
          </p:cNvSpPr>
          <p:nvPr>
            <p:ph type="body" sz="quarter" idx="17" hasCustomPrompt="1"/>
          </p:nvPr>
        </p:nvSpPr>
        <p:spPr>
          <a:xfrm>
            <a:off x="167540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DFA884F6-1E9E-4CB8-B4C3-3699E85DC2F4}"/>
              </a:ext>
            </a:extLst>
          </p:cNvPr>
          <p:cNvSpPr>
            <a:spLocks noGrp="1"/>
          </p:cNvSpPr>
          <p:nvPr>
            <p:ph type="body" sz="quarter" idx="18" hasCustomPrompt="1"/>
          </p:nvPr>
        </p:nvSpPr>
        <p:spPr>
          <a:xfrm>
            <a:off x="246481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4" name="Text Placeholder 14">
            <a:extLst>
              <a:ext uri="{FF2B5EF4-FFF2-40B4-BE49-F238E27FC236}">
                <a16:creationId xmlns:a16="http://schemas.microsoft.com/office/drawing/2014/main" id="{7C52539B-C569-4941-87E7-C3EFCFA1B401}"/>
              </a:ext>
            </a:extLst>
          </p:cNvPr>
          <p:cNvSpPr>
            <a:spLocks noGrp="1"/>
          </p:cNvSpPr>
          <p:nvPr>
            <p:ph type="body" sz="quarter" idx="19" hasCustomPrompt="1"/>
          </p:nvPr>
        </p:nvSpPr>
        <p:spPr>
          <a:xfrm>
            <a:off x="325423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5" name="Text Placeholder 14">
            <a:extLst>
              <a:ext uri="{FF2B5EF4-FFF2-40B4-BE49-F238E27FC236}">
                <a16:creationId xmlns:a16="http://schemas.microsoft.com/office/drawing/2014/main" id="{9B18D372-BEFC-4475-B0A5-A798E6CFD62B}"/>
              </a:ext>
            </a:extLst>
          </p:cNvPr>
          <p:cNvSpPr>
            <a:spLocks noGrp="1"/>
          </p:cNvSpPr>
          <p:nvPr>
            <p:ph type="body" sz="quarter" idx="20" hasCustomPrompt="1"/>
          </p:nvPr>
        </p:nvSpPr>
        <p:spPr>
          <a:xfrm>
            <a:off x="404364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6" name="Text Placeholder 14">
            <a:extLst>
              <a:ext uri="{FF2B5EF4-FFF2-40B4-BE49-F238E27FC236}">
                <a16:creationId xmlns:a16="http://schemas.microsoft.com/office/drawing/2014/main" id="{19FE16DC-63F2-4A3D-A743-C8480AE391F6}"/>
              </a:ext>
            </a:extLst>
          </p:cNvPr>
          <p:cNvSpPr>
            <a:spLocks noGrp="1"/>
          </p:cNvSpPr>
          <p:nvPr>
            <p:ph type="body" sz="quarter" idx="21" hasCustomPrompt="1"/>
          </p:nvPr>
        </p:nvSpPr>
        <p:spPr>
          <a:xfrm>
            <a:off x="483306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7" name="Text Placeholder 14">
            <a:extLst>
              <a:ext uri="{FF2B5EF4-FFF2-40B4-BE49-F238E27FC236}">
                <a16:creationId xmlns:a16="http://schemas.microsoft.com/office/drawing/2014/main" id="{23422F26-58EB-43A7-A33C-2ADBC2320CFB}"/>
              </a:ext>
            </a:extLst>
          </p:cNvPr>
          <p:cNvSpPr>
            <a:spLocks noGrp="1"/>
          </p:cNvSpPr>
          <p:nvPr>
            <p:ph type="body" sz="quarter" idx="22" hasCustomPrompt="1"/>
          </p:nvPr>
        </p:nvSpPr>
        <p:spPr>
          <a:xfrm>
            <a:off x="562247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8" name="Text Placeholder 14">
            <a:extLst>
              <a:ext uri="{FF2B5EF4-FFF2-40B4-BE49-F238E27FC236}">
                <a16:creationId xmlns:a16="http://schemas.microsoft.com/office/drawing/2014/main" id="{D9B50A50-093B-4DCA-929F-AF8AB169A473}"/>
              </a:ext>
            </a:extLst>
          </p:cNvPr>
          <p:cNvSpPr>
            <a:spLocks noGrp="1"/>
          </p:cNvSpPr>
          <p:nvPr>
            <p:ph type="body" sz="quarter" idx="23" hasCustomPrompt="1"/>
          </p:nvPr>
        </p:nvSpPr>
        <p:spPr>
          <a:xfrm>
            <a:off x="641189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9" name="Text Placeholder 14">
            <a:extLst>
              <a:ext uri="{FF2B5EF4-FFF2-40B4-BE49-F238E27FC236}">
                <a16:creationId xmlns:a16="http://schemas.microsoft.com/office/drawing/2014/main" id="{A60753DF-99A3-4BAF-AA47-4AD0BEAEAEDD}"/>
              </a:ext>
            </a:extLst>
          </p:cNvPr>
          <p:cNvSpPr>
            <a:spLocks noGrp="1"/>
          </p:cNvSpPr>
          <p:nvPr>
            <p:ph type="body" sz="quarter" idx="24" hasCustomPrompt="1"/>
          </p:nvPr>
        </p:nvSpPr>
        <p:spPr>
          <a:xfrm>
            <a:off x="720130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0" name="Text Placeholder 14">
            <a:extLst>
              <a:ext uri="{FF2B5EF4-FFF2-40B4-BE49-F238E27FC236}">
                <a16:creationId xmlns:a16="http://schemas.microsoft.com/office/drawing/2014/main" id="{470DC77E-070B-46BC-B95C-A323D9EEC9D5}"/>
              </a:ext>
            </a:extLst>
          </p:cNvPr>
          <p:cNvSpPr>
            <a:spLocks noGrp="1"/>
          </p:cNvSpPr>
          <p:nvPr>
            <p:ph type="body" sz="quarter" idx="25" hasCustomPrompt="1"/>
          </p:nvPr>
        </p:nvSpPr>
        <p:spPr>
          <a:xfrm>
            <a:off x="799072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1" name="Text Placeholder 14">
            <a:extLst>
              <a:ext uri="{FF2B5EF4-FFF2-40B4-BE49-F238E27FC236}">
                <a16:creationId xmlns:a16="http://schemas.microsoft.com/office/drawing/2014/main" id="{E7D1C36D-258C-4B31-95BB-6C0127AEEACB}"/>
              </a:ext>
            </a:extLst>
          </p:cNvPr>
          <p:cNvSpPr>
            <a:spLocks noGrp="1"/>
          </p:cNvSpPr>
          <p:nvPr>
            <p:ph type="body" sz="quarter" idx="26" hasCustomPrompt="1"/>
          </p:nvPr>
        </p:nvSpPr>
        <p:spPr>
          <a:xfrm>
            <a:off x="8780137"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2" name="Text Placeholder 14">
            <a:extLst>
              <a:ext uri="{FF2B5EF4-FFF2-40B4-BE49-F238E27FC236}">
                <a16:creationId xmlns:a16="http://schemas.microsoft.com/office/drawing/2014/main" id="{214A7064-793B-4F30-9A33-42069EF60489}"/>
              </a:ext>
            </a:extLst>
          </p:cNvPr>
          <p:cNvSpPr>
            <a:spLocks noGrp="1"/>
          </p:cNvSpPr>
          <p:nvPr>
            <p:ph type="body" sz="quarter" idx="27" hasCustomPrompt="1"/>
          </p:nvPr>
        </p:nvSpPr>
        <p:spPr>
          <a:xfrm>
            <a:off x="9569552"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53" name="Text Placeholder 14">
            <a:extLst>
              <a:ext uri="{FF2B5EF4-FFF2-40B4-BE49-F238E27FC236}">
                <a16:creationId xmlns:a16="http://schemas.microsoft.com/office/drawing/2014/main" id="{5868F5A5-3ED0-4C78-A557-F4B94B123D9B}"/>
              </a:ext>
            </a:extLst>
          </p:cNvPr>
          <p:cNvSpPr>
            <a:spLocks noGrp="1"/>
          </p:cNvSpPr>
          <p:nvPr>
            <p:ph type="body" sz="quarter" idx="28" hasCustomPrompt="1"/>
          </p:nvPr>
        </p:nvSpPr>
        <p:spPr>
          <a:xfrm>
            <a:off x="10358963" y="2774313"/>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4" name="Text Placeholder 14">
            <a:extLst>
              <a:ext uri="{FF2B5EF4-FFF2-40B4-BE49-F238E27FC236}">
                <a16:creationId xmlns:a16="http://schemas.microsoft.com/office/drawing/2014/main" id="{A727AB6E-B8DB-4DE5-BF92-3EDCA58B0CD4}"/>
              </a:ext>
            </a:extLst>
          </p:cNvPr>
          <p:cNvSpPr>
            <a:spLocks noGrp="1"/>
          </p:cNvSpPr>
          <p:nvPr>
            <p:ph type="body" sz="quarter" idx="46" hasCustomPrompt="1"/>
          </p:nvPr>
        </p:nvSpPr>
        <p:spPr>
          <a:xfrm>
            <a:off x="199242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25" name="Text Placeholder 14">
            <a:extLst>
              <a:ext uri="{FF2B5EF4-FFF2-40B4-BE49-F238E27FC236}">
                <a16:creationId xmlns:a16="http://schemas.microsoft.com/office/drawing/2014/main" id="{9E6A60C5-3054-4500-AE04-5766330FED67}"/>
              </a:ext>
            </a:extLst>
          </p:cNvPr>
          <p:cNvSpPr>
            <a:spLocks noGrp="1"/>
          </p:cNvSpPr>
          <p:nvPr>
            <p:ph type="body" sz="quarter" idx="47" hasCustomPrompt="1"/>
          </p:nvPr>
        </p:nvSpPr>
        <p:spPr>
          <a:xfrm>
            <a:off x="5939498" y="3563114"/>
            <a:ext cx="1440088" cy="586248"/>
          </a:xfrm>
          <a:prstGeom prst="rect">
            <a:avLst/>
          </a:prstGeom>
        </p:spPr>
        <p:txBody>
          <a:bodyPr anchor="ctr"/>
          <a:lstStyle>
            <a:lvl1pPr marL="0" indent="0" algn="ctr">
              <a:lnSpc>
                <a:spcPct val="100000"/>
              </a:lnSpc>
              <a:spcBef>
                <a:spcPts val="0"/>
              </a:spcBef>
              <a:buNone/>
              <a:defRPr sz="1400" b="1" cap="none" spc="0" baseline="0">
                <a:solidFill>
                  <a:schemeClr val="accent6"/>
                </a:solidFill>
                <a:latin typeface="+mn-lt"/>
              </a:defRPr>
            </a:lvl1pPr>
          </a:lstStyle>
          <a:p>
            <a:pPr lvl="0"/>
            <a:r>
              <a:rPr lang="en-US" dirty="0"/>
              <a:t>Click to add text</a:t>
            </a:r>
          </a:p>
        </p:txBody>
      </p:sp>
      <p:sp>
        <p:nvSpPr>
          <p:cNvPr id="126" name="Text Placeholder 14">
            <a:extLst>
              <a:ext uri="{FF2B5EF4-FFF2-40B4-BE49-F238E27FC236}">
                <a16:creationId xmlns:a16="http://schemas.microsoft.com/office/drawing/2014/main" id="{3984C0A5-C9AE-4249-8578-A0909B41B459}"/>
              </a:ext>
            </a:extLst>
          </p:cNvPr>
          <p:cNvSpPr>
            <a:spLocks noGrp="1"/>
          </p:cNvSpPr>
          <p:nvPr>
            <p:ph type="body" sz="quarter" idx="48" hasCustomPrompt="1"/>
          </p:nvPr>
        </p:nvSpPr>
        <p:spPr>
          <a:xfrm>
            <a:off x="9886573" y="3563114"/>
            <a:ext cx="1440088" cy="586248"/>
          </a:xfrm>
          <a:prstGeom prst="rect">
            <a:avLst/>
          </a:prstGeom>
        </p:spPr>
        <p:txBody>
          <a:bodyPr anchor="ctr"/>
          <a:lstStyle>
            <a:lvl1pPr marL="0" indent="0" algn="ctr">
              <a:lnSpc>
                <a:spcPct val="100000"/>
              </a:lnSpc>
              <a:spcBef>
                <a:spcPts val="0"/>
              </a:spcBef>
              <a:buNone/>
              <a:defRPr sz="1400" cap="none" spc="0" baseline="0">
                <a:solidFill>
                  <a:schemeClr val="bg1"/>
                </a:solidFill>
                <a:latin typeface="+mn-lt"/>
              </a:defRPr>
            </a:lvl1pPr>
          </a:lstStyle>
          <a:p>
            <a:pPr lvl="0"/>
            <a:r>
              <a:rPr lang="en-US" dirty="0"/>
              <a:t>Click to add text</a:t>
            </a:r>
          </a:p>
        </p:txBody>
      </p:sp>
      <p:sp>
        <p:nvSpPr>
          <p:cNvPr id="114" name="Text Placeholder 14">
            <a:extLst>
              <a:ext uri="{FF2B5EF4-FFF2-40B4-BE49-F238E27FC236}">
                <a16:creationId xmlns:a16="http://schemas.microsoft.com/office/drawing/2014/main" id="{4C9A8467-48EB-4C64-8A54-0526649B91A3}"/>
              </a:ext>
            </a:extLst>
          </p:cNvPr>
          <p:cNvSpPr>
            <a:spLocks noGrp="1"/>
          </p:cNvSpPr>
          <p:nvPr>
            <p:ph type="body" sz="quarter" idx="42" hasCustomPrompt="1"/>
          </p:nvPr>
        </p:nvSpPr>
        <p:spPr>
          <a:xfrm>
            <a:off x="505322" y="4134112"/>
            <a:ext cx="1194201" cy="501726"/>
          </a:xfrm>
          <a:prstGeom prst="rect">
            <a:avLst/>
          </a:prstGeom>
        </p:spPr>
        <p:txBody>
          <a:bodyPr anchor="ctr"/>
          <a:lstStyle>
            <a:lvl1pPr marL="0" indent="0" algn="ctr">
              <a:buNone/>
              <a:defRPr sz="1800" cap="none" spc="200" baseline="0">
                <a:solidFill>
                  <a:schemeClr val="accent6"/>
                </a:solidFill>
                <a:latin typeface="+mj-lt"/>
              </a:defRPr>
            </a:lvl1pPr>
          </a:lstStyle>
          <a:p>
            <a:pPr lvl="0"/>
            <a:r>
              <a:rPr lang="en-US" dirty="0"/>
              <a:t>Add year</a:t>
            </a:r>
          </a:p>
        </p:txBody>
      </p:sp>
      <p:sp>
        <p:nvSpPr>
          <p:cNvPr id="66" name="Text Placeholder 14">
            <a:extLst>
              <a:ext uri="{FF2B5EF4-FFF2-40B4-BE49-F238E27FC236}">
                <a16:creationId xmlns:a16="http://schemas.microsoft.com/office/drawing/2014/main" id="{11C267AB-B4C6-4059-B2A8-DCF715B29ECE}"/>
              </a:ext>
            </a:extLst>
          </p:cNvPr>
          <p:cNvSpPr>
            <a:spLocks noGrp="1"/>
          </p:cNvSpPr>
          <p:nvPr>
            <p:ph type="body" sz="quarter" idx="29" hasCustomPrompt="1"/>
          </p:nvPr>
        </p:nvSpPr>
        <p:spPr>
          <a:xfrm>
            <a:off x="167540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7" name="Text Placeholder 14">
            <a:extLst>
              <a:ext uri="{FF2B5EF4-FFF2-40B4-BE49-F238E27FC236}">
                <a16:creationId xmlns:a16="http://schemas.microsoft.com/office/drawing/2014/main" id="{3BF85ABF-DD16-49D4-9DD2-C35A92EAFE3A}"/>
              </a:ext>
            </a:extLst>
          </p:cNvPr>
          <p:cNvSpPr>
            <a:spLocks noGrp="1"/>
          </p:cNvSpPr>
          <p:nvPr>
            <p:ph type="body" sz="quarter" idx="30" hasCustomPrompt="1"/>
          </p:nvPr>
        </p:nvSpPr>
        <p:spPr>
          <a:xfrm>
            <a:off x="246481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8" name="Text Placeholder 14">
            <a:extLst>
              <a:ext uri="{FF2B5EF4-FFF2-40B4-BE49-F238E27FC236}">
                <a16:creationId xmlns:a16="http://schemas.microsoft.com/office/drawing/2014/main" id="{997C6187-BB2F-413C-AC7B-BBAA249AFD0A}"/>
              </a:ext>
            </a:extLst>
          </p:cNvPr>
          <p:cNvSpPr>
            <a:spLocks noGrp="1"/>
          </p:cNvSpPr>
          <p:nvPr>
            <p:ph type="body" sz="quarter" idx="31" hasCustomPrompt="1"/>
          </p:nvPr>
        </p:nvSpPr>
        <p:spPr>
          <a:xfrm>
            <a:off x="325423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69" name="Text Placeholder 14">
            <a:extLst>
              <a:ext uri="{FF2B5EF4-FFF2-40B4-BE49-F238E27FC236}">
                <a16:creationId xmlns:a16="http://schemas.microsoft.com/office/drawing/2014/main" id="{96C1DC7A-93B1-4894-AD2D-AC636AC3DABF}"/>
              </a:ext>
            </a:extLst>
          </p:cNvPr>
          <p:cNvSpPr>
            <a:spLocks noGrp="1"/>
          </p:cNvSpPr>
          <p:nvPr>
            <p:ph type="body" sz="quarter" idx="32" hasCustomPrompt="1"/>
          </p:nvPr>
        </p:nvSpPr>
        <p:spPr>
          <a:xfrm>
            <a:off x="404364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0" name="Text Placeholder 14">
            <a:extLst>
              <a:ext uri="{FF2B5EF4-FFF2-40B4-BE49-F238E27FC236}">
                <a16:creationId xmlns:a16="http://schemas.microsoft.com/office/drawing/2014/main" id="{872C35DC-A640-4C27-A87F-380E7440F3F2}"/>
              </a:ext>
            </a:extLst>
          </p:cNvPr>
          <p:cNvSpPr>
            <a:spLocks noGrp="1"/>
          </p:cNvSpPr>
          <p:nvPr>
            <p:ph type="body" sz="quarter" idx="33" hasCustomPrompt="1"/>
          </p:nvPr>
        </p:nvSpPr>
        <p:spPr>
          <a:xfrm>
            <a:off x="483306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1" name="Text Placeholder 14">
            <a:extLst>
              <a:ext uri="{FF2B5EF4-FFF2-40B4-BE49-F238E27FC236}">
                <a16:creationId xmlns:a16="http://schemas.microsoft.com/office/drawing/2014/main" id="{02969206-EA35-4C29-B0EB-3FF5636A8AB9}"/>
              </a:ext>
            </a:extLst>
          </p:cNvPr>
          <p:cNvSpPr>
            <a:spLocks noGrp="1"/>
          </p:cNvSpPr>
          <p:nvPr>
            <p:ph type="body" sz="quarter" idx="34" hasCustomPrompt="1"/>
          </p:nvPr>
        </p:nvSpPr>
        <p:spPr>
          <a:xfrm>
            <a:off x="562247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2" name="Text Placeholder 14">
            <a:extLst>
              <a:ext uri="{FF2B5EF4-FFF2-40B4-BE49-F238E27FC236}">
                <a16:creationId xmlns:a16="http://schemas.microsoft.com/office/drawing/2014/main" id="{79B642F3-327B-4AF1-85D8-5BE8BA286A17}"/>
              </a:ext>
            </a:extLst>
          </p:cNvPr>
          <p:cNvSpPr>
            <a:spLocks noGrp="1"/>
          </p:cNvSpPr>
          <p:nvPr>
            <p:ph type="body" sz="quarter" idx="35" hasCustomPrompt="1"/>
          </p:nvPr>
        </p:nvSpPr>
        <p:spPr>
          <a:xfrm>
            <a:off x="641189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3" name="Text Placeholder 14">
            <a:extLst>
              <a:ext uri="{FF2B5EF4-FFF2-40B4-BE49-F238E27FC236}">
                <a16:creationId xmlns:a16="http://schemas.microsoft.com/office/drawing/2014/main" id="{0D45BD78-6B19-4D6A-A164-2017ABC78369}"/>
              </a:ext>
            </a:extLst>
          </p:cNvPr>
          <p:cNvSpPr>
            <a:spLocks noGrp="1"/>
          </p:cNvSpPr>
          <p:nvPr>
            <p:ph type="body" sz="quarter" idx="36" hasCustomPrompt="1"/>
          </p:nvPr>
        </p:nvSpPr>
        <p:spPr>
          <a:xfrm>
            <a:off x="720130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4" name="Text Placeholder 14">
            <a:extLst>
              <a:ext uri="{FF2B5EF4-FFF2-40B4-BE49-F238E27FC236}">
                <a16:creationId xmlns:a16="http://schemas.microsoft.com/office/drawing/2014/main" id="{494676D6-C880-49A1-B83E-2D632934D666}"/>
              </a:ext>
            </a:extLst>
          </p:cNvPr>
          <p:cNvSpPr>
            <a:spLocks noGrp="1"/>
          </p:cNvSpPr>
          <p:nvPr>
            <p:ph type="body" sz="quarter" idx="37" hasCustomPrompt="1"/>
          </p:nvPr>
        </p:nvSpPr>
        <p:spPr>
          <a:xfrm>
            <a:off x="799072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5" name="Text Placeholder 14">
            <a:extLst>
              <a:ext uri="{FF2B5EF4-FFF2-40B4-BE49-F238E27FC236}">
                <a16:creationId xmlns:a16="http://schemas.microsoft.com/office/drawing/2014/main" id="{0C07048D-5DEB-4348-8A16-DB77BE49097C}"/>
              </a:ext>
            </a:extLst>
          </p:cNvPr>
          <p:cNvSpPr>
            <a:spLocks noGrp="1"/>
          </p:cNvSpPr>
          <p:nvPr>
            <p:ph type="body" sz="quarter" idx="38" hasCustomPrompt="1"/>
          </p:nvPr>
        </p:nvSpPr>
        <p:spPr>
          <a:xfrm>
            <a:off x="8780137"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6" name="Text Placeholder 14">
            <a:extLst>
              <a:ext uri="{FF2B5EF4-FFF2-40B4-BE49-F238E27FC236}">
                <a16:creationId xmlns:a16="http://schemas.microsoft.com/office/drawing/2014/main" id="{DCED3D6A-EF8C-4F42-B23B-30ED2C33EAB6}"/>
              </a:ext>
            </a:extLst>
          </p:cNvPr>
          <p:cNvSpPr>
            <a:spLocks noGrp="1"/>
          </p:cNvSpPr>
          <p:nvPr>
            <p:ph type="body" sz="quarter" idx="39" hasCustomPrompt="1"/>
          </p:nvPr>
        </p:nvSpPr>
        <p:spPr>
          <a:xfrm>
            <a:off x="9569552"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77" name="Text Placeholder 14">
            <a:extLst>
              <a:ext uri="{FF2B5EF4-FFF2-40B4-BE49-F238E27FC236}">
                <a16:creationId xmlns:a16="http://schemas.microsoft.com/office/drawing/2014/main" id="{E966B469-8508-4732-8A0A-58429BD0E7BE}"/>
              </a:ext>
            </a:extLst>
          </p:cNvPr>
          <p:cNvSpPr>
            <a:spLocks noGrp="1"/>
          </p:cNvSpPr>
          <p:nvPr>
            <p:ph type="body" sz="quarter" idx="40" hasCustomPrompt="1"/>
          </p:nvPr>
        </p:nvSpPr>
        <p:spPr>
          <a:xfrm>
            <a:off x="10358963" y="4476140"/>
            <a:ext cx="495300" cy="904490"/>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grpSp>
        <p:nvGrpSpPr>
          <p:cNvPr id="101" name="Group 100">
            <a:extLst>
              <a:ext uri="{FF2B5EF4-FFF2-40B4-BE49-F238E27FC236}">
                <a16:creationId xmlns:a16="http://schemas.microsoft.com/office/drawing/2014/main" id="{97A40874-7B89-4A5D-9562-21D6994C3946}"/>
              </a:ext>
              <a:ext uri="{C183D7F6-B498-43B3-948B-1728B52AA6E4}">
                <adec:decorative xmlns:adec="http://schemas.microsoft.com/office/drawing/2017/decorative" val="1"/>
              </a:ext>
            </a:extLst>
          </p:cNvPr>
          <p:cNvGrpSpPr/>
          <p:nvPr userDrawn="1"/>
        </p:nvGrpSpPr>
        <p:grpSpPr>
          <a:xfrm>
            <a:off x="2010137" y="4391183"/>
            <a:ext cx="8510121" cy="0"/>
            <a:chOff x="1504814" y="2488864"/>
            <a:chExt cx="8510121" cy="0"/>
          </a:xfrm>
        </p:grpSpPr>
        <p:cxnSp>
          <p:nvCxnSpPr>
            <p:cNvPr id="102" name="Straight Connector 101">
              <a:extLst>
                <a:ext uri="{FF2B5EF4-FFF2-40B4-BE49-F238E27FC236}">
                  <a16:creationId xmlns:a16="http://schemas.microsoft.com/office/drawing/2014/main" id="{32860379-5BA3-4D4F-BAC0-C7783F7552D4}"/>
                </a:ext>
              </a:extLst>
            </p:cNvPr>
            <p:cNvCxnSpPr>
              <a:cxnSpLocks/>
            </p:cNvCxnSpPr>
            <p:nvPr userDrawn="1"/>
          </p:nvCxnSpPr>
          <p:spPr>
            <a:xfrm>
              <a:off x="1504814"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F221EBE-F43A-48CE-8E3D-D0777E2424C4}"/>
                </a:ext>
              </a:extLst>
            </p:cNvPr>
            <p:cNvCxnSpPr>
              <a:cxnSpLocks/>
            </p:cNvCxnSpPr>
            <p:nvPr userDrawn="1"/>
          </p:nvCxnSpPr>
          <p:spPr>
            <a:xfrm>
              <a:off x="2301137"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70DFAA8-4E1B-45F7-B640-2C00AAC65BA3}"/>
                </a:ext>
              </a:extLst>
            </p:cNvPr>
            <p:cNvCxnSpPr>
              <a:cxnSpLocks/>
            </p:cNvCxnSpPr>
            <p:nvPr userDrawn="1"/>
          </p:nvCxnSpPr>
          <p:spPr>
            <a:xfrm>
              <a:off x="308377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67A42DA-2625-4CA8-AEC6-2FBCF01A9278}"/>
                </a:ext>
              </a:extLst>
            </p:cNvPr>
            <p:cNvCxnSpPr>
              <a:cxnSpLocks/>
            </p:cNvCxnSpPr>
            <p:nvPr userDrawn="1"/>
          </p:nvCxnSpPr>
          <p:spPr>
            <a:xfrm>
              <a:off x="388009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9B3F7FF-9011-4E3D-9DA2-C144F9B7A5EB}"/>
                </a:ext>
              </a:extLst>
            </p:cNvPr>
            <p:cNvCxnSpPr>
              <a:cxnSpLocks/>
            </p:cNvCxnSpPr>
            <p:nvPr userDrawn="1"/>
          </p:nvCxnSpPr>
          <p:spPr>
            <a:xfrm>
              <a:off x="4655896"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0EEA406-B4BE-4A22-9879-A86700556BEA}"/>
                </a:ext>
              </a:extLst>
            </p:cNvPr>
            <p:cNvCxnSpPr>
              <a:cxnSpLocks/>
            </p:cNvCxnSpPr>
            <p:nvPr userDrawn="1"/>
          </p:nvCxnSpPr>
          <p:spPr>
            <a:xfrm>
              <a:off x="5452219"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F5190B-A9FA-4925-81A3-8AF19F70933F}"/>
                </a:ext>
              </a:extLst>
            </p:cNvPr>
            <p:cNvCxnSpPr>
              <a:cxnSpLocks/>
            </p:cNvCxnSpPr>
            <p:nvPr userDrawn="1"/>
          </p:nvCxnSpPr>
          <p:spPr>
            <a:xfrm>
              <a:off x="6234858"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93F58E8B-B6D9-46C2-95B1-755AD7B02890}"/>
                </a:ext>
              </a:extLst>
            </p:cNvPr>
            <p:cNvCxnSpPr>
              <a:cxnSpLocks/>
            </p:cNvCxnSpPr>
            <p:nvPr userDrawn="1"/>
          </p:nvCxnSpPr>
          <p:spPr>
            <a:xfrm>
              <a:off x="7031181"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46BED819-4195-456A-8507-0CC09BDCFEDE}"/>
                </a:ext>
              </a:extLst>
            </p:cNvPr>
            <p:cNvCxnSpPr>
              <a:cxnSpLocks/>
            </p:cNvCxnSpPr>
            <p:nvPr userDrawn="1"/>
          </p:nvCxnSpPr>
          <p:spPr>
            <a:xfrm>
              <a:off x="7813820"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3541D3E-8275-4522-81E7-C83B829D83C1}"/>
                </a:ext>
              </a:extLst>
            </p:cNvPr>
            <p:cNvCxnSpPr>
              <a:cxnSpLocks/>
            </p:cNvCxnSpPr>
            <p:nvPr userDrawn="1"/>
          </p:nvCxnSpPr>
          <p:spPr>
            <a:xfrm>
              <a:off x="8610143"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CD34DF1-D500-4560-A303-92050A81120A}"/>
                </a:ext>
              </a:extLst>
            </p:cNvPr>
            <p:cNvCxnSpPr>
              <a:cxnSpLocks/>
            </p:cNvCxnSpPr>
            <p:nvPr userDrawn="1"/>
          </p:nvCxnSpPr>
          <p:spPr>
            <a:xfrm>
              <a:off x="9399625" y="2488864"/>
              <a:ext cx="61531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 name="Footer Placeholder 15">
            <a:extLst>
              <a:ext uri="{FF2B5EF4-FFF2-40B4-BE49-F238E27FC236}">
                <a16:creationId xmlns:a16="http://schemas.microsoft.com/office/drawing/2014/main" id="{47D7FFC8-D319-4F8D-9F95-39BB21C0EEF6}"/>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8DDD48EC-9DE8-4C43-881A-2597A1DDE271}"/>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650B4D37-2FE8-4F27-8951-CF9D947DBAC5}"/>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691548132"/>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0ADA1982-C216-4747-ACCC-39BC3F50B1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FCD2AA7-E8A5-43C8-A284-AB4951189DBB}"/>
              </a:ext>
            </a:extLst>
          </p:cNvPr>
          <p:cNvSpPr>
            <a:spLocks noGrp="1"/>
          </p:cNvSpPr>
          <p:nvPr>
            <p:ph type="title" hasCustomPrompt="1"/>
          </p:nvPr>
        </p:nvSpPr>
        <p:spPr>
          <a:xfrm>
            <a:off x="692949" y="527542"/>
            <a:ext cx="6922876" cy="687834"/>
          </a:xfrm>
          <a:prstGeom prst="rect">
            <a:avLst/>
          </a:prstGeom>
        </p:spPr>
        <p:txBody>
          <a:bodyPr/>
          <a:lstStyle>
            <a:lvl1pPr>
              <a:defRPr sz="2800" cap="all" spc="400" baseline="0">
                <a:solidFill>
                  <a:schemeClr val="bg1"/>
                </a:solidFill>
              </a:defRPr>
            </a:lvl1pPr>
          </a:lstStyle>
          <a:p>
            <a:r>
              <a:rPr lang="en-US" dirty="0"/>
              <a:t>Click to add title</a:t>
            </a:r>
          </a:p>
        </p:txBody>
      </p:sp>
      <p:sp>
        <p:nvSpPr>
          <p:cNvPr id="4" name="Content Placeholder 3">
            <a:extLst>
              <a:ext uri="{FF2B5EF4-FFF2-40B4-BE49-F238E27FC236}">
                <a16:creationId xmlns:a16="http://schemas.microsoft.com/office/drawing/2014/main" id="{D1D681FF-F6BE-41D5-AE6C-B4110384B0F4}"/>
              </a:ext>
            </a:extLst>
          </p:cNvPr>
          <p:cNvSpPr>
            <a:spLocks noGrp="1"/>
          </p:cNvSpPr>
          <p:nvPr>
            <p:ph sz="quarter" idx="10"/>
          </p:nvPr>
        </p:nvSpPr>
        <p:spPr>
          <a:xfrm>
            <a:off x="693738" y="1128713"/>
            <a:ext cx="7654925" cy="5068887"/>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5">
            <a:extLst>
              <a:ext uri="{FF2B5EF4-FFF2-40B4-BE49-F238E27FC236}">
                <a16:creationId xmlns:a16="http://schemas.microsoft.com/office/drawing/2014/main" id="{A60E8AF0-85D7-4035-8301-57B3B4977F94}"/>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481785BD-DC42-4BBE-8C62-BCE6F0EA47BD}"/>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1"/>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E7886D57-8CCD-43A4-AA49-E96D2EE3EB8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1036791039"/>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The Team 4-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6F8B9974-85ED-46AA-8617-AC54C847B6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EB6F28C4-DD1C-4E63-87E8-D76D85414CE0}"/>
              </a:ext>
            </a:extLst>
          </p:cNvPr>
          <p:cNvSpPr>
            <a:spLocks noGrp="1"/>
          </p:cNvSpPr>
          <p:nvPr>
            <p:ph type="title" hasCustomPrompt="1"/>
          </p:nvPr>
        </p:nvSpPr>
        <p:spPr>
          <a:xfrm>
            <a:off x="655858" y="2433312"/>
            <a:ext cx="1939480" cy="2115505"/>
          </a:xfrm>
          <a:prstGeom prst="rect">
            <a:avLst/>
          </a:prstGeom>
        </p:spPr>
        <p:txBody>
          <a:bodyPr anchor="ctr"/>
          <a:lstStyle>
            <a:lvl1pPr algn="ctr">
              <a:defRPr sz="2800" cap="all" spc="400" baseline="0">
                <a:solidFill>
                  <a:schemeClr val="bg1"/>
                </a:solidFill>
              </a:defRPr>
            </a:lvl1pPr>
          </a:lstStyle>
          <a:p>
            <a:r>
              <a:rPr lang="en-US" dirty="0"/>
              <a:t>Click to add title</a:t>
            </a:r>
          </a:p>
        </p:txBody>
      </p:sp>
      <p:sp>
        <p:nvSpPr>
          <p:cNvPr id="14" name="Picture Placeholder 9">
            <a:extLst>
              <a:ext uri="{FF2B5EF4-FFF2-40B4-BE49-F238E27FC236}">
                <a16:creationId xmlns:a16="http://schemas.microsoft.com/office/drawing/2014/main" id="{3987B23C-61B9-4A48-AD36-5E284812C449}"/>
              </a:ext>
            </a:extLst>
          </p:cNvPr>
          <p:cNvSpPr>
            <a:spLocks noGrp="1"/>
          </p:cNvSpPr>
          <p:nvPr>
            <p:ph type="pic" sz="quarter" idx="16" hasCustomPrompt="1"/>
          </p:nvPr>
        </p:nvSpPr>
        <p:spPr>
          <a:xfrm>
            <a:off x="3088220" y="2599422"/>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0" name="Picture Placeholder 9">
            <a:extLst>
              <a:ext uri="{FF2B5EF4-FFF2-40B4-BE49-F238E27FC236}">
                <a16:creationId xmlns:a16="http://schemas.microsoft.com/office/drawing/2014/main" id="{CCBD4661-3D71-432B-9308-D2D085BDDDC2}"/>
              </a:ext>
            </a:extLst>
          </p:cNvPr>
          <p:cNvSpPr>
            <a:spLocks noGrp="1"/>
          </p:cNvSpPr>
          <p:nvPr>
            <p:ph type="pic" sz="quarter" idx="15" hasCustomPrompt="1"/>
          </p:nvPr>
        </p:nvSpPr>
        <p:spPr>
          <a:xfrm>
            <a:off x="5190425"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7" name="Picture Placeholder 9">
            <a:extLst>
              <a:ext uri="{FF2B5EF4-FFF2-40B4-BE49-F238E27FC236}">
                <a16:creationId xmlns:a16="http://schemas.microsoft.com/office/drawing/2014/main" id="{F89712B5-4C74-4247-B444-43F116D582EB}"/>
              </a:ext>
            </a:extLst>
          </p:cNvPr>
          <p:cNvSpPr>
            <a:spLocks noGrp="1"/>
          </p:cNvSpPr>
          <p:nvPr>
            <p:ph type="pic" sz="quarter" idx="18" hasCustomPrompt="1"/>
          </p:nvPr>
        </p:nvSpPr>
        <p:spPr>
          <a:xfrm>
            <a:off x="7291629"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6" name="Picture Placeholder 9">
            <a:extLst>
              <a:ext uri="{FF2B5EF4-FFF2-40B4-BE49-F238E27FC236}">
                <a16:creationId xmlns:a16="http://schemas.microsoft.com/office/drawing/2014/main" id="{33EE5A9D-21AC-4735-98D7-42551FA2C58E}"/>
              </a:ext>
            </a:extLst>
          </p:cNvPr>
          <p:cNvSpPr>
            <a:spLocks noGrp="1"/>
          </p:cNvSpPr>
          <p:nvPr>
            <p:ph type="pic" sz="quarter" idx="17" hasCustomPrompt="1"/>
          </p:nvPr>
        </p:nvSpPr>
        <p:spPr>
          <a:xfrm>
            <a:off x="9387443" y="2599420"/>
            <a:ext cx="1502806" cy="1502805"/>
          </a:xfrm>
          <a:prstGeom prst="ellipse">
            <a:avLst/>
          </a:prstGeom>
        </p:spPr>
        <p:txBody>
          <a:bodyPr/>
          <a:lstStyle>
            <a:lvl1pPr marL="0" indent="0" algn="ctr">
              <a:buNone/>
              <a:defRPr sz="2400">
                <a:solidFill>
                  <a:schemeClr val="bg1"/>
                </a:solidFill>
              </a:defRPr>
            </a:lvl1pPr>
          </a:lstStyle>
          <a:p>
            <a:r>
              <a:rPr lang="en-US" dirty="0"/>
              <a:t>Click to add photo</a:t>
            </a:r>
          </a:p>
        </p:txBody>
      </p:sp>
      <p:sp>
        <p:nvSpPr>
          <p:cNvPr id="18" name="Oval 17">
            <a:extLst>
              <a:ext uri="{FF2B5EF4-FFF2-40B4-BE49-F238E27FC236}">
                <a16:creationId xmlns:a16="http://schemas.microsoft.com/office/drawing/2014/main" id="{5EDBA775-4308-4BDB-B966-8167F3D04FF5}"/>
              </a:ext>
              <a:ext uri="{C183D7F6-B498-43B3-948B-1728B52AA6E4}">
                <adec:decorative xmlns:adec="http://schemas.microsoft.com/office/drawing/2017/decorative" val="1"/>
              </a:ext>
            </a:extLst>
          </p:cNvPr>
          <p:cNvSpPr/>
          <p:nvPr userDrawn="1"/>
        </p:nvSpPr>
        <p:spPr>
          <a:xfrm>
            <a:off x="2975041" y="2486242"/>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BDDB0B0-BDCD-459F-AF20-19E1A7217639}"/>
              </a:ext>
              <a:ext uri="{C183D7F6-B498-43B3-948B-1728B52AA6E4}">
                <adec:decorative xmlns:adec="http://schemas.microsoft.com/office/drawing/2017/decorative" val="1"/>
              </a:ext>
            </a:extLst>
          </p:cNvPr>
          <p:cNvSpPr/>
          <p:nvPr userDrawn="1"/>
        </p:nvSpPr>
        <p:spPr>
          <a:xfrm>
            <a:off x="5077246"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69A8E9D1-9673-42D1-A573-05CDC9EF884A}"/>
              </a:ext>
              <a:ext uri="{C183D7F6-B498-43B3-948B-1728B52AA6E4}">
                <adec:decorative xmlns:adec="http://schemas.microsoft.com/office/drawing/2017/decorative" val="1"/>
              </a:ext>
            </a:extLst>
          </p:cNvPr>
          <p:cNvSpPr/>
          <p:nvPr userDrawn="1"/>
        </p:nvSpPr>
        <p:spPr>
          <a:xfrm>
            <a:off x="7178450"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2F851C1-89A7-44A6-8617-10C435FCD396}"/>
              </a:ext>
              <a:ext uri="{C183D7F6-B498-43B3-948B-1728B52AA6E4}">
                <adec:decorative xmlns:adec="http://schemas.microsoft.com/office/drawing/2017/decorative" val="1"/>
              </a:ext>
            </a:extLst>
          </p:cNvPr>
          <p:cNvSpPr/>
          <p:nvPr userDrawn="1"/>
        </p:nvSpPr>
        <p:spPr>
          <a:xfrm>
            <a:off x="9274264" y="2486240"/>
            <a:ext cx="1729165" cy="1729165"/>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14">
            <a:extLst>
              <a:ext uri="{FF2B5EF4-FFF2-40B4-BE49-F238E27FC236}">
                <a16:creationId xmlns:a16="http://schemas.microsoft.com/office/drawing/2014/main" id="{11C9BE46-D000-4DE5-8AD9-6BFAD927A014}"/>
              </a:ext>
            </a:extLst>
          </p:cNvPr>
          <p:cNvSpPr>
            <a:spLocks noGrp="1"/>
          </p:cNvSpPr>
          <p:nvPr>
            <p:ph type="body" sz="quarter" idx="19" hasCustomPrompt="1"/>
          </p:nvPr>
        </p:nvSpPr>
        <p:spPr>
          <a:xfrm>
            <a:off x="2796727"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6" name="Text Placeholder 14">
            <a:extLst>
              <a:ext uri="{FF2B5EF4-FFF2-40B4-BE49-F238E27FC236}">
                <a16:creationId xmlns:a16="http://schemas.microsoft.com/office/drawing/2014/main" id="{5773EC03-0830-4EAE-A7B0-38902833DC2F}"/>
              </a:ext>
            </a:extLst>
          </p:cNvPr>
          <p:cNvSpPr>
            <a:spLocks noGrp="1"/>
          </p:cNvSpPr>
          <p:nvPr>
            <p:ph type="body" sz="quarter" idx="20" hasCustomPrompt="1"/>
          </p:nvPr>
        </p:nvSpPr>
        <p:spPr>
          <a:xfrm>
            <a:off x="2896865"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27" name="Text Placeholder 14">
            <a:extLst>
              <a:ext uri="{FF2B5EF4-FFF2-40B4-BE49-F238E27FC236}">
                <a16:creationId xmlns:a16="http://schemas.microsoft.com/office/drawing/2014/main" id="{32E4889E-0745-4713-90D8-432A681AFCE4}"/>
              </a:ext>
            </a:extLst>
          </p:cNvPr>
          <p:cNvSpPr>
            <a:spLocks noGrp="1"/>
          </p:cNvSpPr>
          <p:nvPr>
            <p:ph type="body" sz="quarter" idx="21" hasCustomPrompt="1"/>
          </p:nvPr>
        </p:nvSpPr>
        <p:spPr>
          <a:xfrm>
            <a:off x="4898932"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28" name="Text Placeholder 14">
            <a:extLst>
              <a:ext uri="{FF2B5EF4-FFF2-40B4-BE49-F238E27FC236}">
                <a16:creationId xmlns:a16="http://schemas.microsoft.com/office/drawing/2014/main" id="{BFD869E7-29DA-4FEB-AB84-1C1FC3ABAE30}"/>
              </a:ext>
            </a:extLst>
          </p:cNvPr>
          <p:cNvSpPr>
            <a:spLocks noGrp="1"/>
          </p:cNvSpPr>
          <p:nvPr>
            <p:ph type="body" sz="quarter" idx="22" hasCustomPrompt="1"/>
          </p:nvPr>
        </p:nvSpPr>
        <p:spPr>
          <a:xfrm>
            <a:off x="4999070"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0" name="Text Placeholder 14">
            <a:extLst>
              <a:ext uri="{FF2B5EF4-FFF2-40B4-BE49-F238E27FC236}">
                <a16:creationId xmlns:a16="http://schemas.microsoft.com/office/drawing/2014/main" id="{9E68119B-CDCA-4341-8772-2C5BF80B4E40}"/>
              </a:ext>
            </a:extLst>
          </p:cNvPr>
          <p:cNvSpPr>
            <a:spLocks noGrp="1"/>
          </p:cNvSpPr>
          <p:nvPr>
            <p:ph type="body" sz="quarter" idx="23" hasCustomPrompt="1"/>
          </p:nvPr>
        </p:nvSpPr>
        <p:spPr>
          <a:xfrm>
            <a:off x="7000136" y="4435751"/>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1" name="Text Placeholder 14">
            <a:extLst>
              <a:ext uri="{FF2B5EF4-FFF2-40B4-BE49-F238E27FC236}">
                <a16:creationId xmlns:a16="http://schemas.microsoft.com/office/drawing/2014/main" id="{303A31BF-223A-44A5-84FD-7281FF2E4CD4}"/>
              </a:ext>
            </a:extLst>
          </p:cNvPr>
          <p:cNvSpPr>
            <a:spLocks noGrp="1"/>
          </p:cNvSpPr>
          <p:nvPr>
            <p:ph type="body" sz="quarter" idx="24" hasCustomPrompt="1"/>
          </p:nvPr>
        </p:nvSpPr>
        <p:spPr>
          <a:xfrm>
            <a:off x="7100274"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2" name="Text Placeholder 14">
            <a:extLst>
              <a:ext uri="{FF2B5EF4-FFF2-40B4-BE49-F238E27FC236}">
                <a16:creationId xmlns:a16="http://schemas.microsoft.com/office/drawing/2014/main" id="{666E1F4A-0D75-4B8E-A181-DBEB50FB1D60}"/>
              </a:ext>
            </a:extLst>
          </p:cNvPr>
          <p:cNvSpPr>
            <a:spLocks noGrp="1"/>
          </p:cNvSpPr>
          <p:nvPr>
            <p:ph type="body" sz="quarter" idx="25" hasCustomPrompt="1"/>
          </p:nvPr>
        </p:nvSpPr>
        <p:spPr>
          <a:xfrm>
            <a:off x="9095950" y="4435583"/>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33" name="Text Placeholder 14">
            <a:extLst>
              <a:ext uri="{FF2B5EF4-FFF2-40B4-BE49-F238E27FC236}">
                <a16:creationId xmlns:a16="http://schemas.microsoft.com/office/drawing/2014/main" id="{5EAE80D5-B799-4807-8F81-22C4218233DF}"/>
              </a:ext>
            </a:extLst>
          </p:cNvPr>
          <p:cNvSpPr>
            <a:spLocks noGrp="1"/>
          </p:cNvSpPr>
          <p:nvPr>
            <p:ph type="body" sz="quarter" idx="26" hasCustomPrompt="1"/>
          </p:nvPr>
        </p:nvSpPr>
        <p:spPr>
          <a:xfrm>
            <a:off x="9196088" y="4661551"/>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39" name="Footer Placeholder 15">
            <a:extLst>
              <a:ext uri="{FF2B5EF4-FFF2-40B4-BE49-F238E27FC236}">
                <a16:creationId xmlns:a16="http://schemas.microsoft.com/office/drawing/2014/main" id="{6F4437FE-F08F-4311-B53A-88E2B729B745}"/>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40" name="Slide Number Placeholder 16">
            <a:extLst>
              <a:ext uri="{FF2B5EF4-FFF2-40B4-BE49-F238E27FC236}">
                <a16:creationId xmlns:a16="http://schemas.microsoft.com/office/drawing/2014/main" id="{D0901035-50AC-4DE0-9A34-AAA61EC10E16}"/>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41" name="Date Placeholder 14">
            <a:extLst>
              <a:ext uri="{FF2B5EF4-FFF2-40B4-BE49-F238E27FC236}">
                <a16:creationId xmlns:a16="http://schemas.microsoft.com/office/drawing/2014/main" id="{5FDD3145-ADE2-4744-AF2E-9C8074C8584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4191445060"/>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The Team 8-Up">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A79A51B-CC7A-4B36-B457-AF323638813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12205220" cy="6858001"/>
          </a:xfrm>
          <a:prstGeom prst="rect">
            <a:avLst/>
          </a:prstGeom>
        </p:spPr>
      </p:pic>
      <p:sp>
        <p:nvSpPr>
          <p:cNvPr id="2" name="Title 1">
            <a:extLst>
              <a:ext uri="{FF2B5EF4-FFF2-40B4-BE49-F238E27FC236}">
                <a16:creationId xmlns:a16="http://schemas.microsoft.com/office/drawing/2014/main" id="{0E019BE9-6149-434A-B185-EE7434112622}"/>
              </a:ext>
            </a:extLst>
          </p:cNvPr>
          <p:cNvSpPr>
            <a:spLocks noGrp="1"/>
          </p:cNvSpPr>
          <p:nvPr>
            <p:ph type="title" hasCustomPrompt="1"/>
          </p:nvPr>
        </p:nvSpPr>
        <p:spPr>
          <a:xfrm>
            <a:off x="661216" y="2375820"/>
            <a:ext cx="1939480" cy="2218499"/>
          </a:xfrm>
          <a:prstGeom prst="rect">
            <a:avLst/>
          </a:prstGeom>
        </p:spPr>
        <p:txBody>
          <a:bodyPr anchor="ctr"/>
          <a:lstStyle>
            <a:lvl1pPr algn="ctr">
              <a:lnSpc>
                <a:spcPct val="90000"/>
              </a:lnSpc>
              <a:spcBef>
                <a:spcPts val="1000"/>
              </a:spcBef>
              <a:defRPr sz="2800" cap="all" spc="400" baseline="0">
                <a:solidFill>
                  <a:schemeClr val="bg1"/>
                </a:solidFill>
              </a:defRPr>
            </a:lvl1pPr>
          </a:lstStyle>
          <a:p>
            <a:r>
              <a:rPr lang="en-US" dirty="0"/>
              <a:t>Click to add title</a:t>
            </a:r>
          </a:p>
        </p:txBody>
      </p:sp>
      <p:sp>
        <p:nvSpPr>
          <p:cNvPr id="34" name="Picture Placeholder 9">
            <a:extLst>
              <a:ext uri="{FF2B5EF4-FFF2-40B4-BE49-F238E27FC236}">
                <a16:creationId xmlns:a16="http://schemas.microsoft.com/office/drawing/2014/main" id="{18B0121B-CD0E-495B-9B36-4E88EA4A9786}"/>
              </a:ext>
              <a:ext uri="{C183D7F6-B498-43B3-948B-1728B52AA6E4}">
                <adec:decorative xmlns:adec="http://schemas.microsoft.com/office/drawing/2017/decorative" val="0"/>
              </a:ext>
            </a:extLst>
          </p:cNvPr>
          <p:cNvSpPr>
            <a:spLocks noGrp="1"/>
          </p:cNvSpPr>
          <p:nvPr>
            <p:ph type="pic" sz="quarter" idx="16" hasCustomPrompt="1"/>
          </p:nvPr>
        </p:nvSpPr>
        <p:spPr>
          <a:xfrm>
            <a:off x="3136339" y="1326925"/>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1" name="Picture Placeholder 9">
            <a:extLst>
              <a:ext uri="{FF2B5EF4-FFF2-40B4-BE49-F238E27FC236}">
                <a16:creationId xmlns:a16="http://schemas.microsoft.com/office/drawing/2014/main" id="{4508E76D-2071-4546-8DF2-405B38E2E271}"/>
              </a:ext>
            </a:extLst>
          </p:cNvPr>
          <p:cNvSpPr>
            <a:spLocks noGrp="1"/>
          </p:cNvSpPr>
          <p:nvPr>
            <p:ph type="pic" sz="quarter" idx="39" hasCustomPrompt="1"/>
          </p:nvPr>
        </p:nvSpPr>
        <p:spPr>
          <a:xfrm>
            <a:off x="5209991"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5" name="Picture Placeholder 9">
            <a:extLst>
              <a:ext uri="{FF2B5EF4-FFF2-40B4-BE49-F238E27FC236}">
                <a16:creationId xmlns:a16="http://schemas.microsoft.com/office/drawing/2014/main" id="{D319C8D5-E3A6-45C8-8A64-1C1B70C90DD1}"/>
              </a:ext>
              <a:ext uri="{C183D7F6-B498-43B3-948B-1728B52AA6E4}">
                <adec:decorative xmlns:adec="http://schemas.microsoft.com/office/drawing/2017/decorative" val="0"/>
              </a:ext>
            </a:extLst>
          </p:cNvPr>
          <p:cNvSpPr>
            <a:spLocks noGrp="1"/>
          </p:cNvSpPr>
          <p:nvPr>
            <p:ph type="pic" sz="quarter" idx="40" hasCustomPrompt="1"/>
          </p:nvPr>
        </p:nvSpPr>
        <p:spPr>
          <a:xfrm>
            <a:off x="7305041" y="133575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87" name="Picture Placeholder 9">
            <a:extLst>
              <a:ext uri="{FF2B5EF4-FFF2-40B4-BE49-F238E27FC236}">
                <a16:creationId xmlns:a16="http://schemas.microsoft.com/office/drawing/2014/main" id="{01486F31-E79E-4E60-8749-B8036B3F096A}"/>
              </a:ext>
              <a:ext uri="{C183D7F6-B498-43B3-948B-1728B52AA6E4}">
                <adec:decorative xmlns:adec="http://schemas.microsoft.com/office/drawing/2017/decorative" val="0"/>
              </a:ext>
            </a:extLst>
          </p:cNvPr>
          <p:cNvSpPr>
            <a:spLocks noGrp="1"/>
          </p:cNvSpPr>
          <p:nvPr>
            <p:ph type="pic" sz="quarter" idx="41" hasCustomPrompt="1"/>
          </p:nvPr>
        </p:nvSpPr>
        <p:spPr>
          <a:xfrm>
            <a:off x="9384248" y="1326192"/>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37" name="Oval 36">
            <a:extLst>
              <a:ext uri="{FF2B5EF4-FFF2-40B4-BE49-F238E27FC236}">
                <a16:creationId xmlns:a16="http://schemas.microsoft.com/office/drawing/2014/main" id="{8139AA92-1781-41FF-9168-9F70B1CD9FB7}"/>
              </a:ext>
              <a:ext uri="{C183D7F6-B498-43B3-948B-1728B52AA6E4}">
                <adec:decorative xmlns:adec="http://schemas.microsoft.com/office/drawing/2017/decorative" val="1"/>
              </a:ext>
            </a:extLst>
          </p:cNvPr>
          <p:cNvSpPr/>
          <p:nvPr userDrawn="1"/>
        </p:nvSpPr>
        <p:spPr>
          <a:xfrm>
            <a:off x="3031536" y="1222122"/>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 Placeholder 14">
            <a:extLst>
              <a:ext uri="{FF2B5EF4-FFF2-40B4-BE49-F238E27FC236}">
                <a16:creationId xmlns:a16="http://schemas.microsoft.com/office/drawing/2014/main" id="{5FE36F90-735E-43D7-854A-0347B805053D}"/>
              </a:ext>
            </a:extLst>
          </p:cNvPr>
          <p:cNvSpPr>
            <a:spLocks noGrp="1"/>
          </p:cNvSpPr>
          <p:nvPr>
            <p:ph type="body" sz="quarter" idx="19" hasCustomPrompt="1"/>
          </p:nvPr>
        </p:nvSpPr>
        <p:spPr>
          <a:xfrm>
            <a:off x="2796727" y="2972370"/>
            <a:ext cx="2085792" cy="274650"/>
          </a:xfrm>
          <a:prstGeom prst="rect">
            <a:avLst/>
          </a:prstGeom>
        </p:spPr>
        <p:txBody>
          <a:bodyPr/>
          <a:lstStyle>
            <a:lvl1pPr marL="0" indent="0" algn="ctr">
              <a:buNone/>
              <a:defRPr sz="1200" b="0" cap="all" spc="200" baseline="0">
                <a:solidFill>
                  <a:schemeClr val="accent6"/>
                </a:solidFill>
                <a:latin typeface="+mj-lt"/>
              </a:defRPr>
            </a:lvl1pPr>
          </a:lstStyle>
          <a:p>
            <a:pPr lvl="0"/>
            <a:r>
              <a:rPr lang="en-US" dirty="0"/>
              <a:t>Add Name</a:t>
            </a:r>
          </a:p>
        </p:txBody>
      </p:sp>
      <p:sp>
        <p:nvSpPr>
          <p:cNvPr id="42" name="Text Placeholder 14">
            <a:extLst>
              <a:ext uri="{FF2B5EF4-FFF2-40B4-BE49-F238E27FC236}">
                <a16:creationId xmlns:a16="http://schemas.microsoft.com/office/drawing/2014/main" id="{2D0125FE-7543-4B0C-8C50-D4F2949EE8A0}"/>
              </a:ext>
            </a:extLst>
          </p:cNvPr>
          <p:cNvSpPr>
            <a:spLocks noGrp="1"/>
          </p:cNvSpPr>
          <p:nvPr>
            <p:ph type="body" sz="quarter" idx="20" hasCustomPrompt="1"/>
          </p:nvPr>
        </p:nvSpPr>
        <p:spPr>
          <a:xfrm>
            <a:off x="2896865"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3" name="Text Placeholder 14">
            <a:extLst>
              <a:ext uri="{FF2B5EF4-FFF2-40B4-BE49-F238E27FC236}">
                <a16:creationId xmlns:a16="http://schemas.microsoft.com/office/drawing/2014/main" id="{839FFFF4-4A0D-40BD-B34D-CD03D03FBEC4}"/>
              </a:ext>
            </a:extLst>
          </p:cNvPr>
          <p:cNvSpPr>
            <a:spLocks noGrp="1"/>
          </p:cNvSpPr>
          <p:nvPr>
            <p:ph type="body" sz="quarter" idx="21" hasCustomPrompt="1"/>
          </p:nvPr>
        </p:nvSpPr>
        <p:spPr>
          <a:xfrm>
            <a:off x="4898932"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4" name="Text Placeholder 14">
            <a:extLst>
              <a:ext uri="{FF2B5EF4-FFF2-40B4-BE49-F238E27FC236}">
                <a16:creationId xmlns:a16="http://schemas.microsoft.com/office/drawing/2014/main" id="{2697A53A-8491-4753-901E-02236DC0D5C4}"/>
              </a:ext>
            </a:extLst>
          </p:cNvPr>
          <p:cNvSpPr>
            <a:spLocks noGrp="1"/>
          </p:cNvSpPr>
          <p:nvPr>
            <p:ph type="body" sz="quarter" idx="22" hasCustomPrompt="1"/>
          </p:nvPr>
        </p:nvSpPr>
        <p:spPr>
          <a:xfrm>
            <a:off x="4999070"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5" name="Text Placeholder 14">
            <a:extLst>
              <a:ext uri="{FF2B5EF4-FFF2-40B4-BE49-F238E27FC236}">
                <a16:creationId xmlns:a16="http://schemas.microsoft.com/office/drawing/2014/main" id="{A51D26D1-89AE-43E7-8F1B-E28B18019F84}"/>
              </a:ext>
            </a:extLst>
          </p:cNvPr>
          <p:cNvSpPr>
            <a:spLocks noGrp="1"/>
          </p:cNvSpPr>
          <p:nvPr>
            <p:ph type="body" sz="quarter" idx="23" hasCustomPrompt="1"/>
          </p:nvPr>
        </p:nvSpPr>
        <p:spPr>
          <a:xfrm>
            <a:off x="7000136" y="2972538"/>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6" name="Text Placeholder 14">
            <a:extLst>
              <a:ext uri="{FF2B5EF4-FFF2-40B4-BE49-F238E27FC236}">
                <a16:creationId xmlns:a16="http://schemas.microsoft.com/office/drawing/2014/main" id="{0191059F-A4F0-4F1C-8237-308B7AD3F97D}"/>
              </a:ext>
            </a:extLst>
          </p:cNvPr>
          <p:cNvSpPr>
            <a:spLocks noGrp="1"/>
          </p:cNvSpPr>
          <p:nvPr>
            <p:ph type="body" sz="quarter" idx="24" hasCustomPrompt="1"/>
          </p:nvPr>
        </p:nvSpPr>
        <p:spPr>
          <a:xfrm>
            <a:off x="7100274"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47" name="Text Placeholder 14">
            <a:extLst>
              <a:ext uri="{FF2B5EF4-FFF2-40B4-BE49-F238E27FC236}">
                <a16:creationId xmlns:a16="http://schemas.microsoft.com/office/drawing/2014/main" id="{CFCD3D62-2515-40AC-A8A1-F7786244B36F}"/>
              </a:ext>
            </a:extLst>
          </p:cNvPr>
          <p:cNvSpPr>
            <a:spLocks noGrp="1"/>
          </p:cNvSpPr>
          <p:nvPr>
            <p:ph type="body" sz="quarter" idx="25" hasCustomPrompt="1"/>
          </p:nvPr>
        </p:nvSpPr>
        <p:spPr>
          <a:xfrm>
            <a:off x="9095950" y="2972370"/>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48" name="Text Placeholder 14">
            <a:extLst>
              <a:ext uri="{FF2B5EF4-FFF2-40B4-BE49-F238E27FC236}">
                <a16:creationId xmlns:a16="http://schemas.microsoft.com/office/drawing/2014/main" id="{96332DF1-A140-4DDE-9D59-EEF6D503A8D7}"/>
              </a:ext>
            </a:extLst>
          </p:cNvPr>
          <p:cNvSpPr>
            <a:spLocks noGrp="1"/>
          </p:cNvSpPr>
          <p:nvPr>
            <p:ph type="body" sz="quarter" idx="26" hasCustomPrompt="1"/>
          </p:nvPr>
        </p:nvSpPr>
        <p:spPr>
          <a:xfrm>
            <a:off x="9196088" y="3198338"/>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97" name="Picture Placeholder 9">
            <a:extLst>
              <a:ext uri="{FF2B5EF4-FFF2-40B4-BE49-F238E27FC236}">
                <a16:creationId xmlns:a16="http://schemas.microsoft.com/office/drawing/2014/main" id="{74EEDA10-EB71-4CAE-80C3-9C8B46E6DF07}"/>
              </a:ext>
            </a:extLst>
          </p:cNvPr>
          <p:cNvSpPr>
            <a:spLocks noGrp="1"/>
          </p:cNvSpPr>
          <p:nvPr>
            <p:ph type="pic" sz="quarter" idx="42" hasCustomPrompt="1"/>
          </p:nvPr>
        </p:nvSpPr>
        <p:spPr>
          <a:xfrm>
            <a:off x="3136338" y="3967833"/>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99" name="Picture Placeholder 9">
            <a:extLst>
              <a:ext uri="{FF2B5EF4-FFF2-40B4-BE49-F238E27FC236}">
                <a16:creationId xmlns:a16="http://schemas.microsoft.com/office/drawing/2014/main" id="{B9B031BF-4314-4A3C-B53C-3958CC4E6228}"/>
              </a:ext>
            </a:extLst>
          </p:cNvPr>
          <p:cNvSpPr>
            <a:spLocks noGrp="1"/>
          </p:cNvSpPr>
          <p:nvPr>
            <p:ph type="pic" sz="quarter" idx="43" hasCustomPrompt="1"/>
          </p:nvPr>
        </p:nvSpPr>
        <p:spPr>
          <a:xfrm>
            <a:off x="5209990"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1" name="Picture Placeholder 9">
            <a:extLst>
              <a:ext uri="{FF2B5EF4-FFF2-40B4-BE49-F238E27FC236}">
                <a16:creationId xmlns:a16="http://schemas.microsoft.com/office/drawing/2014/main" id="{BC693B9A-3B30-4605-8EB8-2F155D0A4D7C}"/>
              </a:ext>
            </a:extLst>
          </p:cNvPr>
          <p:cNvSpPr>
            <a:spLocks noGrp="1"/>
          </p:cNvSpPr>
          <p:nvPr>
            <p:ph type="pic" sz="quarter" idx="44" hasCustomPrompt="1"/>
          </p:nvPr>
        </p:nvSpPr>
        <p:spPr>
          <a:xfrm>
            <a:off x="7305040" y="397666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3" name="Picture Placeholder 9">
            <a:extLst>
              <a:ext uri="{FF2B5EF4-FFF2-40B4-BE49-F238E27FC236}">
                <a16:creationId xmlns:a16="http://schemas.microsoft.com/office/drawing/2014/main" id="{B4CC215D-FD31-4423-900D-14FF4F457AFA}"/>
              </a:ext>
            </a:extLst>
          </p:cNvPr>
          <p:cNvSpPr>
            <a:spLocks noGrp="1"/>
          </p:cNvSpPr>
          <p:nvPr>
            <p:ph type="pic" sz="quarter" idx="45" hasCustomPrompt="1"/>
          </p:nvPr>
        </p:nvSpPr>
        <p:spPr>
          <a:xfrm>
            <a:off x="9384247" y="3967100"/>
            <a:ext cx="1391577" cy="1391576"/>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73" name="Text Placeholder 14">
            <a:extLst>
              <a:ext uri="{FF2B5EF4-FFF2-40B4-BE49-F238E27FC236}">
                <a16:creationId xmlns:a16="http://schemas.microsoft.com/office/drawing/2014/main" id="{D4954E76-6CE5-4657-B73B-9875EBBEE003}"/>
              </a:ext>
            </a:extLst>
          </p:cNvPr>
          <p:cNvSpPr>
            <a:spLocks noGrp="1"/>
          </p:cNvSpPr>
          <p:nvPr>
            <p:ph type="body" sz="quarter" idx="31" hasCustomPrompt="1"/>
          </p:nvPr>
        </p:nvSpPr>
        <p:spPr>
          <a:xfrm>
            <a:off x="2796727"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4" name="Text Placeholder 14">
            <a:extLst>
              <a:ext uri="{FF2B5EF4-FFF2-40B4-BE49-F238E27FC236}">
                <a16:creationId xmlns:a16="http://schemas.microsoft.com/office/drawing/2014/main" id="{E361B92F-F111-450A-A880-C34503792307}"/>
              </a:ext>
            </a:extLst>
          </p:cNvPr>
          <p:cNvSpPr>
            <a:spLocks noGrp="1"/>
          </p:cNvSpPr>
          <p:nvPr>
            <p:ph type="body" sz="quarter" idx="32" hasCustomPrompt="1"/>
          </p:nvPr>
        </p:nvSpPr>
        <p:spPr>
          <a:xfrm>
            <a:off x="2896865"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5" name="Text Placeholder 14">
            <a:extLst>
              <a:ext uri="{FF2B5EF4-FFF2-40B4-BE49-F238E27FC236}">
                <a16:creationId xmlns:a16="http://schemas.microsoft.com/office/drawing/2014/main" id="{375C0FEC-10E7-43EA-953F-8CB9B43D05D4}"/>
              </a:ext>
            </a:extLst>
          </p:cNvPr>
          <p:cNvSpPr>
            <a:spLocks noGrp="1"/>
          </p:cNvSpPr>
          <p:nvPr>
            <p:ph type="body" sz="quarter" idx="33" hasCustomPrompt="1"/>
          </p:nvPr>
        </p:nvSpPr>
        <p:spPr>
          <a:xfrm>
            <a:off x="4898932"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6" name="Text Placeholder 14">
            <a:extLst>
              <a:ext uri="{FF2B5EF4-FFF2-40B4-BE49-F238E27FC236}">
                <a16:creationId xmlns:a16="http://schemas.microsoft.com/office/drawing/2014/main" id="{84B1D0A0-DE01-44D1-9B3D-C05DBE9FF754}"/>
              </a:ext>
            </a:extLst>
          </p:cNvPr>
          <p:cNvSpPr>
            <a:spLocks noGrp="1"/>
          </p:cNvSpPr>
          <p:nvPr>
            <p:ph type="body" sz="quarter" idx="34" hasCustomPrompt="1"/>
          </p:nvPr>
        </p:nvSpPr>
        <p:spPr>
          <a:xfrm>
            <a:off x="4999070"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7" name="Text Placeholder 14">
            <a:extLst>
              <a:ext uri="{FF2B5EF4-FFF2-40B4-BE49-F238E27FC236}">
                <a16:creationId xmlns:a16="http://schemas.microsoft.com/office/drawing/2014/main" id="{DB6914BB-9516-4473-A02F-1A325FA7EF4F}"/>
              </a:ext>
            </a:extLst>
          </p:cNvPr>
          <p:cNvSpPr>
            <a:spLocks noGrp="1"/>
          </p:cNvSpPr>
          <p:nvPr>
            <p:ph type="body" sz="quarter" idx="35" hasCustomPrompt="1"/>
          </p:nvPr>
        </p:nvSpPr>
        <p:spPr>
          <a:xfrm>
            <a:off x="7000136" y="5587475"/>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78" name="Text Placeholder 14">
            <a:extLst>
              <a:ext uri="{FF2B5EF4-FFF2-40B4-BE49-F238E27FC236}">
                <a16:creationId xmlns:a16="http://schemas.microsoft.com/office/drawing/2014/main" id="{FEE30418-F1D4-4D16-A984-FAA6CA0C74BF}"/>
              </a:ext>
            </a:extLst>
          </p:cNvPr>
          <p:cNvSpPr>
            <a:spLocks noGrp="1"/>
          </p:cNvSpPr>
          <p:nvPr>
            <p:ph type="body" sz="quarter" idx="36" hasCustomPrompt="1"/>
          </p:nvPr>
        </p:nvSpPr>
        <p:spPr>
          <a:xfrm>
            <a:off x="7100274" y="5813275"/>
            <a:ext cx="1885516"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79" name="Text Placeholder 14">
            <a:extLst>
              <a:ext uri="{FF2B5EF4-FFF2-40B4-BE49-F238E27FC236}">
                <a16:creationId xmlns:a16="http://schemas.microsoft.com/office/drawing/2014/main" id="{6D336D9D-1BA1-44AE-96D0-3ABDA2E02FB5}"/>
              </a:ext>
            </a:extLst>
          </p:cNvPr>
          <p:cNvSpPr>
            <a:spLocks noGrp="1"/>
          </p:cNvSpPr>
          <p:nvPr>
            <p:ph type="body" sz="quarter" idx="37" hasCustomPrompt="1"/>
          </p:nvPr>
        </p:nvSpPr>
        <p:spPr>
          <a:xfrm>
            <a:off x="9095950" y="5587307"/>
            <a:ext cx="2085792" cy="274650"/>
          </a:xfrm>
          <a:prstGeom prst="rect">
            <a:avLst/>
          </a:prstGeom>
        </p:spPr>
        <p:txBody>
          <a:bodyPr/>
          <a:lstStyle>
            <a:lvl1pPr marL="0" indent="0" algn="ctr">
              <a:buNone/>
              <a:defRPr sz="1200" cap="all" spc="200" baseline="0">
                <a:solidFill>
                  <a:schemeClr val="accent6"/>
                </a:solidFill>
                <a:latin typeface="+mj-lt"/>
              </a:defRPr>
            </a:lvl1pPr>
          </a:lstStyle>
          <a:p>
            <a:pPr lvl="0"/>
            <a:r>
              <a:rPr lang="en-US" dirty="0"/>
              <a:t>Add Name</a:t>
            </a:r>
          </a:p>
        </p:txBody>
      </p:sp>
      <p:sp>
        <p:nvSpPr>
          <p:cNvPr id="80" name="Text Placeholder 14">
            <a:extLst>
              <a:ext uri="{FF2B5EF4-FFF2-40B4-BE49-F238E27FC236}">
                <a16:creationId xmlns:a16="http://schemas.microsoft.com/office/drawing/2014/main" id="{6CFC9B87-2AEB-414D-90C4-B7F8F4AA9080}"/>
              </a:ext>
            </a:extLst>
          </p:cNvPr>
          <p:cNvSpPr>
            <a:spLocks noGrp="1"/>
          </p:cNvSpPr>
          <p:nvPr>
            <p:ph type="body" sz="quarter" idx="38" hasCustomPrompt="1"/>
          </p:nvPr>
        </p:nvSpPr>
        <p:spPr>
          <a:xfrm>
            <a:off x="9192018" y="5813275"/>
            <a:ext cx="1885515" cy="365125"/>
          </a:xfrm>
          <a:prstGeom prst="rect">
            <a:avLst/>
          </a:prstGeom>
        </p:spPr>
        <p:txBody>
          <a:bodyPr/>
          <a:lstStyle>
            <a:lvl1pPr marL="0" indent="0" algn="ctr">
              <a:lnSpc>
                <a:spcPct val="90000"/>
              </a:lnSpc>
              <a:spcBef>
                <a:spcPts val="0"/>
              </a:spcBef>
              <a:buNone/>
              <a:defRPr sz="1000" cap="none" spc="0" baseline="0">
                <a:solidFill>
                  <a:schemeClr val="bg1"/>
                </a:solidFill>
                <a:latin typeface="+mn-lt"/>
              </a:defRPr>
            </a:lvl1pPr>
          </a:lstStyle>
          <a:p>
            <a:pPr lvl="0"/>
            <a:r>
              <a:rPr lang="en-US" dirty="0"/>
              <a:t>Add title</a:t>
            </a:r>
          </a:p>
        </p:txBody>
      </p:sp>
      <p:sp>
        <p:nvSpPr>
          <p:cNvPr id="82" name="Oval 81">
            <a:extLst>
              <a:ext uri="{FF2B5EF4-FFF2-40B4-BE49-F238E27FC236}">
                <a16:creationId xmlns:a16="http://schemas.microsoft.com/office/drawing/2014/main" id="{9DC42105-8FBF-4317-8822-399B1F791ABF}"/>
              </a:ext>
              <a:ext uri="{C183D7F6-B498-43B3-948B-1728B52AA6E4}">
                <adec:decorative xmlns:adec="http://schemas.microsoft.com/office/drawing/2017/decorative" val="1"/>
              </a:ext>
            </a:extLst>
          </p:cNvPr>
          <p:cNvSpPr/>
          <p:nvPr userDrawn="1"/>
        </p:nvSpPr>
        <p:spPr>
          <a:xfrm>
            <a:off x="5105188"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644C80F9-E615-4699-A719-131E62011769}"/>
              </a:ext>
              <a:ext uri="{C183D7F6-B498-43B3-948B-1728B52AA6E4}">
                <adec:decorative xmlns:adec="http://schemas.microsoft.com/office/drawing/2017/decorative" val="1"/>
              </a:ext>
            </a:extLst>
          </p:cNvPr>
          <p:cNvSpPr/>
          <p:nvPr userDrawn="1"/>
        </p:nvSpPr>
        <p:spPr>
          <a:xfrm>
            <a:off x="7200238" y="123094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191882A0-07C5-40D6-9520-02882775B26A}"/>
              </a:ext>
              <a:ext uri="{C183D7F6-B498-43B3-948B-1728B52AA6E4}">
                <adec:decorative xmlns:adec="http://schemas.microsoft.com/office/drawing/2017/decorative" val="1"/>
              </a:ext>
            </a:extLst>
          </p:cNvPr>
          <p:cNvSpPr/>
          <p:nvPr userDrawn="1"/>
        </p:nvSpPr>
        <p:spPr>
          <a:xfrm>
            <a:off x="9279445" y="1221389"/>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242E90BB-F1EA-466F-939C-623189DF3ADD}"/>
              </a:ext>
              <a:ext uri="{C183D7F6-B498-43B3-948B-1728B52AA6E4}">
                <adec:decorative xmlns:adec="http://schemas.microsoft.com/office/drawing/2017/decorative" val="1"/>
              </a:ext>
            </a:extLst>
          </p:cNvPr>
          <p:cNvSpPr/>
          <p:nvPr userDrawn="1"/>
        </p:nvSpPr>
        <p:spPr>
          <a:xfrm>
            <a:off x="3031535" y="3863030"/>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BBFD36F-B307-4513-ABAD-4A02FF737176}"/>
              </a:ext>
              <a:ext uri="{C183D7F6-B498-43B3-948B-1728B52AA6E4}">
                <adec:decorative xmlns:adec="http://schemas.microsoft.com/office/drawing/2017/decorative" val="1"/>
              </a:ext>
            </a:extLst>
          </p:cNvPr>
          <p:cNvSpPr/>
          <p:nvPr userDrawn="1"/>
        </p:nvSpPr>
        <p:spPr>
          <a:xfrm>
            <a:off x="5105187"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2E69D0B1-6D57-4A70-9C3C-F3A072AAA324}"/>
              </a:ext>
              <a:ext uri="{C183D7F6-B498-43B3-948B-1728B52AA6E4}">
                <adec:decorative xmlns:adec="http://schemas.microsoft.com/office/drawing/2017/decorative" val="1"/>
              </a:ext>
            </a:extLst>
          </p:cNvPr>
          <p:cNvSpPr/>
          <p:nvPr userDrawn="1"/>
        </p:nvSpPr>
        <p:spPr>
          <a:xfrm>
            <a:off x="7200237" y="387185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95C6593C-7D72-47FB-AACE-F8848EAFA3AB}"/>
              </a:ext>
              <a:ext uri="{C183D7F6-B498-43B3-948B-1728B52AA6E4}">
                <adec:decorative xmlns:adec="http://schemas.microsoft.com/office/drawing/2017/decorative" val="1"/>
              </a:ext>
            </a:extLst>
          </p:cNvPr>
          <p:cNvSpPr/>
          <p:nvPr userDrawn="1"/>
        </p:nvSpPr>
        <p:spPr>
          <a:xfrm>
            <a:off x="9279444" y="3862297"/>
            <a:ext cx="1601183" cy="1601183"/>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Footer Placeholder 15">
            <a:extLst>
              <a:ext uri="{FF2B5EF4-FFF2-40B4-BE49-F238E27FC236}">
                <a16:creationId xmlns:a16="http://schemas.microsoft.com/office/drawing/2014/main" id="{75E80FB1-82CC-4144-A899-130449B1AC1C}"/>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06" name="Slide Number Placeholder 16">
            <a:extLst>
              <a:ext uri="{FF2B5EF4-FFF2-40B4-BE49-F238E27FC236}">
                <a16:creationId xmlns:a16="http://schemas.microsoft.com/office/drawing/2014/main" id="{10233900-5A86-4114-B6F5-3A0EA053C02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07" name="Date Placeholder 14">
            <a:extLst>
              <a:ext uri="{FF2B5EF4-FFF2-40B4-BE49-F238E27FC236}">
                <a16:creationId xmlns:a16="http://schemas.microsoft.com/office/drawing/2014/main" id="{FD1BC0B7-CAA7-4673-9A20-4EFEDC54FC46}"/>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802333391"/>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17DE9787-F8D7-4BBC-B3C0-144EEF4730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B7F666A-7AF7-4FC6-99DD-E06ED83C2E88}"/>
              </a:ext>
            </a:extLst>
          </p:cNvPr>
          <p:cNvSpPr>
            <a:spLocks noGrp="1"/>
          </p:cNvSpPr>
          <p:nvPr>
            <p:ph type="title" hasCustomPrompt="1"/>
          </p:nvPr>
        </p:nvSpPr>
        <p:spPr>
          <a:xfrm>
            <a:off x="3131507" y="412356"/>
            <a:ext cx="5561556" cy="567670"/>
          </a:xfrm>
          <a:prstGeom prst="rect">
            <a:avLst/>
          </a:prstGeom>
        </p:spPr>
        <p:txBody>
          <a:bodyPr/>
          <a:lstStyle>
            <a:lvl1pPr algn="ctr">
              <a:defRPr sz="2800" cap="all" spc="400" baseline="0">
                <a:solidFill>
                  <a:schemeClr val="bg1"/>
                </a:solidFill>
              </a:defRPr>
            </a:lvl1pPr>
          </a:lstStyle>
          <a:p>
            <a:r>
              <a:rPr lang="en-US" dirty="0"/>
              <a:t>Click to add title</a:t>
            </a:r>
          </a:p>
        </p:txBody>
      </p:sp>
      <p:sp>
        <p:nvSpPr>
          <p:cNvPr id="45" name="Text Placeholder 10">
            <a:extLst>
              <a:ext uri="{FF2B5EF4-FFF2-40B4-BE49-F238E27FC236}">
                <a16:creationId xmlns:a16="http://schemas.microsoft.com/office/drawing/2014/main" id="{F2A51B67-A536-47ED-9C35-D2A4CF043420}"/>
              </a:ext>
            </a:extLst>
          </p:cNvPr>
          <p:cNvSpPr>
            <a:spLocks noGrp="1"/>
          </p:cNvSpPr>
          <p:nvPr>
            <p:ph type="body" sz="quarter" idx="21" hasCustomPrompt="1"/>
          </p:nvPr>
        </p:nvSpPr>
        <p:spPr>
          <a:xfrm>
            <a:off x="930273" y="2216292"/>
            <a:ext cx="1611892" cy="1151632"/>
          </a:xfrm>
          <a:prstGeom prst="rect">
            <a:avLst/>
          </a:prstGeom>
        </p:spPr>
        <p:txBody>
          <a:bodyPr anchor="ctr"/>
          <a:lstStyle>
            <a:lvl1pPr marL="0" indent="0" algn="ctr">
              <a:lnSpc>
                <a:spcPct val="100000"/>
              </a:lnSpc>
              <a:spcBef>
                <a:spcPts val="0"/>
              </a:spcBef>
              <a:spcAft>
                <a:spcPts val="0"/>
              </a:spcAft>
              <a:buNone/>
              <a:defRPr sz="4000" cap="all" spc="400" baseline="0">
                <a:solidFill>
                  <a:schemeClr val="accent5"/>
                </a:solidFill>
                <a:latin typeface="+mj-lt"/>
              </a:defRPr>
            </a:lvl1pPr>
          </a:lstStyle>
          <a:p>
            <a:pPr lvl="0"/>
            <a:r>
              <a:rPr lang="en-US" dirty="0"/>
              <a:t>Add title</a:t>
            </a:r>
          </a:p>
        </p:txBody>
      </p:sp>
      <p:sp>
        <p:nvSpPr>
          <p:cNvPr id="49" name="Text Placeholder 10">
            <a:extLst>
              <a:ext uri="{FF2B5EF4-FFF2-40B4-BE49-F238E27FC236}">
                <a16:creationId xmlns:a16="http://schemas.microsoft.com/office/drawing/2014/main" id="{22B9C39F-D011-4AC3-A4D5-F61A1CB3650B}"/>
              </a:ext>
            </a:extLst>
          </p:cNvPr>
          <p:cNvSpPr>
            <a:spLocks noGrp="1"/>
          </p:cNvSpPr>
          <p:nvPr>
            <p:ph type="body" sz="quarter" idx="22" hasCustomPrompt="1"/>
          </p:nvPr>
        </p:nvSpPr>
        <p:spPr>
          <a:xfrm>
            <a:off x="3613801"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6">
                    <a:lumMod val="75000"/>
                  </a:schemeClr>
                </a:solidFill>
                <a:latin typeface="+mj-lt"/>
              </a:defRPr>
            </a:lvl1pPr>
          </a:lstStyle>
          <a:p>
            <a:pPr lvl="0"/>
            <a:r>
              <a:rPr lang="en-US" dirty="0"/>
              <a:t>Add title</a:t>
            </a:r>
          </a:p>
        </p:txBody>
      </p:sp>
      <p:sp>
        <p:nvSpPr>
          <p:cNvPr id="47" name="Text Placeholder 10">
            <a:extLst>
              <a:ext uri="{FF2B5EF4-FFF2-40B4-BE49-F238E27FC236}">
                <a16:creationId xmlns:a16="http://schemas.microsoft.com/office/drawing/2014/main" id="{4ACDF114-02BD-4A37-9BE7-AA8094B7CD20}"/>
              </a:ext>
            </a:extLst>
          </p:cNvPr>
          <p:cNvSpPr>
            <a:spLocks noGrp="1"/>
          </p:cNvSpPr>
          <p:nvPr>
            <p:ph type="body" sz="quarter" idx="23" hasCustomPrompt="1"/>
          </p:nvPr>
        </p:nvSpPr>
        <p:spPr>
          <a:xfrm>
            <a:off x="6297329"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1">
                    <a:lumMod val="50000"/>
                    <a:lumOff val="50000"/>
                  </a:schemeClr>
                </a:solidFill>
                <a:latin typeface="+mj-lt"/>
              </a:defRPr>
            </a:lvl1pPr>
          </a:lstStyle>
          <a:p>
            <a:pPr lvl="0"/>
            <a:r>
              <a:rPr lang="en-US" dirty="0"/>
              <a:t>Add title</a:t>
            </a:r>
          </a:p>
        </p:txBody>
      </p:sp>
      <p:sp>
        <p:nvSpPr>
          <p:cNvPr id="48" name="Text Placeholder 10">
            <a:extLst>
              <a:ext uri="{FF2B5EF4-FFF2-40B4-BE49-F238E27FC236}">
                <a16:creationId xmlns:a16="http://schemas.microsoft.com/office/drawing/2014/main" id="{E3852728-C736-414F-BEC0-31AB3A704D1D}"/>
              </a:ext>
            </a:extLst>
          </p:cNvPr>
          <p:cNvSpPr>
            <a:spLocks noGrp="1"/>
          </p:cNvSpPr>
          <p:nvPr>
            <p:ph type="body" sz="quarter" idx="24" hasCustomPrompt="1"/>
          </p:nvPr>
        </p:nvSpPr>
        <p:spPr>
          <a:xfrm>
            <a:off x="8980856" y="2216293"/>
            <a:ext cx="1611892" cy="1151632"/>
          </a:xfrm>
          <a:prstGeom prst="rect">
            <a:avLst/>
          </a:prstGeom>
        </p:spPr>
        <p:txBody>
          <a:bodyPr anchor="ctr"/>
          <a:lstStyle>
            <a:lvl1pPr marL="0" indent="0" algn="ctr">
              <a:lnSpc>
                <a:spcPct val="100000"/>
              </a:lnSpc>
              <a:spcBef>
                <a:spcPts val="0"/>
              </a:spcBef>
              <a:buNone/>
              <a:defRPr sz="4000" cap="all" spc="400" baseline="0">
                <a:solidFill>
                  <a:schemeClr val="accent3"/>
                </a:solidFill>
                <a:latin typeface="+mj-lt"/>
              </a:defRPr>
            </a:lvl1pPr>
          </a:lstStyle>
          <a:p>
            <a:pPr lvl="0"/>
            <a:r>
              <a:rPr lang="en-US" dirty="0"/>
              <a:t>Add title</a:t>
            </a:r>
          </a:p>
        </p:txBody>
      </p:sp>
      <p:sp>
        <p:nvSpPr>
          <p:cNvPr id="37" name="Text Placeholder 14">
            <a:extLst>
              <a:ext uri="{FF2B5EF4-FFF2-40B4-BE49-F238E27FC236}">
                <a16:creationId xmlns:a16="http://schemas.microsoft.com/office/drawing/2014/main" id="{6B731840-A0DA-423D-9AD1-D542C17BA99A}"/>
              </a:ext>
            </a:extLst>
          </p:cNvPr>
          <p:cNvSpPr>
            <a:spLocks noGrp="1"/>
          </p:cNvSpPr>
          <p:nvPr>
            <p:ph type="body" sz="quarter" idx="12" hasCustomPrompt="1"/>
          </p:nvPr>
        </p:nvSpPr>
        <p:spPr>
          <a:xfrm>
            <a:off x="545026"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5"/>
                </a:solidFill>
                <a:latin typeface="+mj-lt"/>
              </a:defRPr>
            </a:lvl1pPr>
          </a:lstStyle>
          <a:p>
            <a:pPr lvl="0"/>
            <a:r>
              <a:rPr lang="en-US" dirty="0"/>
              <a:t>Click to add title</a:t>
            </a:r>
          </a:p>
        </p:txBody>
      </p:sp>
      <p:sp>
        <p:nvSpPr>
          <p:cNvPr id="38" name="Text Placeholder 14">
            <a:extLst>
              <a:ext uri="{FF2B5EF4-FFF2-40B4-BE49-F238E27FC236}">
                <a16:creationId xmlns:a16="http://schemas.microsoft.com/office/drawing/2014/main" id="{1E47A2D3-1E75-488B-A7B8-CB951C8CFBF3}"/>
              </a:ext>
            </a:extLst>
          </p:cNvPr>
          <p:cNvSpPr>
            <a:spLocks noGrp="1"/>
          </p:cNvSpPr>
          <p:nvPr>
            <p:ph type="body" sz="quarter" idx="13" hasCustomPrompt="1"/>
          </p:nvPr>
        </p:nvSpPr>
        <p:spPr>
          <a:xfrm>
            <a:off x="545026"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39" name="Text Placeholder 14">
            <a:extLst>
              <a:ext uri="{FF2B5EF4-FFF2-40B4-BE49-F238E27FC236}">
                <a16:creationId xmlns:a16="http://schemas.microsoft.com/office/drawing/2014/main" id="{2D6ADA9B-155A-4D54-8FCB-993ADEDA7934}"/>
              </a:ext>
            </a:extLst>
          </p:cNvPr>
          <p:cNvSpPr>
            <a:spLocks noGrp="1"/>
          </p:cNvSpPr>
          <p:nvPr>
            <p:ph type="body" sz="quarter" idx="15" hasCustomPrompt="1"/>
          </p:nvPr>
        </p:nvSpPr>
        <p:spPr>
          <a:xfrm>
            <a:off x="3228554"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6">
                    <a:lumMod val="75000"/>
                  </a:schemeClr>
                </a:solidFill>
                <a:latin typeface="+mj-lt"/>
              </a:defRPr>
            </a:lvl1pPr>
          </a:lstStyle>
          <a:p>
            <a:pPr lvl="0"/>
            <a:r>
              <a:rPr lang="en-US" dirty="0"/>
              <a:t>Click to add title</a:t>
            </a:r>
          </a:p>
        </p:txBody>
      </p:sp>
      <p:sp>
        <p:nvSpPr>
          <p:cNvPr id="40" name="Text Placeholder 14">
            <a:extLst>
              <a:ext uri="{FF2B5EF4-FFF2-40B4-BE49-F238E27FC236}">
                <a16:creationId xmlns:a16="http://schemas.microsoft.com/office/drawing/2014/main" id="{EF3CF6C8-7D4D-4E50-B616-0431BD4830E4}"/>
              </a:ext>
            </a:extLst>
          </p:cNvPr>
          <p:cNvSpPr>
            <a:spLocks noGrp="1"/>
          </p:cNvSpPr>
          <p:nvPr>
            <p:ph type="body" sz="quarter" idx="16" hasCustomPrompt="1"/>
          </p:nvPr>
        </p:nvSpPr>
        <p:spPr>
          <a:xfrm>
            <a:off x="3228554"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1" name="Text Placeholder 14">
            <a:extLst>
              <a:ext uri="{FF2B5EF4-FFF2-40B4-BE49-F238E27FC236}">
                <a16:creationId xmlns:a16="http://schemas.microsoft.com/office/drawing/2014/main" id="{1CDF49FC-54E3-44AE-A97C-193A25AD6CB3}"/>
              </a:ext>
            </a:extLst>
          </p:cNvPr>
          <p:cNvSpPr>
            <a:spLocks noGrp="1"/>
          </p:cNvSpPr>
          <p:nvPr>
            <p:ph type="body" sz="quarter" idx="17" hasCustomPrompt="1"/>
          </p:nvPr>
        </p:nvSpPr>
        <p:spPr>
          <a:xfrm>
            <a:off x="5912082"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1">
                    <a:lumMod val="50000"/>
                    <a:lumOff val="50000"/>
                  </a:schemeClr>
                </a:solidFill>
                <a:latin typeface="+mj-lt"/>
              </a:defRPr>
            </a:lvl1pPr>
          </a:lstStyle>
          <a:p>
            <a:pPr lvl="0"/>
            <a:r>
              <a:rPr lang="en-US" dirty="0"/>
              <a:t>Click to add title</a:t>
            </a:r>
          </a:p>
        </p:txBody>
      </p:sp>
      <p:sp>
        <p:nvSpPr>
          <p:cNvPr id="42" name="Text Placeholder 14">
            <a:extLst>
              <a:ext uri="{FF2B5EF4-FFF2-40B4-BE49-F238E27FC236}">
                <a16:creationId xmlns:a16="http://schemas.microsoft.com/office/drawing/2014/main" id="{742DE5D9-5D04-4F7F-9F34-704818185832}"/>
              </a:ext>
            </a:extLst>
          </p:cNvPr>
          <p:cNvSpPr>
            <a:spLocks noGrp="1"/>
          </p:cNvSpPr>
          <p:nvPr>
            <p:ph type="body" sz="quarter" idx="18" hasCustomPrompt="1"/>
          </p:nvPr>
        </p:nvSpPr>
        <p:spPr>
          <a:xfrm>
            <a:off x="5912082"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43" name="Text Placeholder 14">
            <a:extLst>
              <a:ext uri="{FF2B5EF4-FFF2-40B4-BE49-F238E27FC236}">
                <a16:creationId xmlns:a16="http://schemas.microsoft.com/office/drawing/2014/main" id="{5F0B8140-B940-4531-9562-8D79015D9413}"/>
              </a:ext>
            </a:extLst>
          </p:cNvPr>
          <p:cNvSpPr>
            <a:spLocks noGrp="1"/>
          </p:cNvSpPr>
          <p:nvPr>
            <p:ph type="body" sz="quarter" idx="19" hasCustomPrompt="1"/>
          </p:nvPr>
        </p:nvSpPr>
        <p:spPr>
          <a:xfrm>
            <a:off x="8595609" y="3927568"/>
            <a:ext cx="2382386" cy="613702"/>
          </a:xfrm>
          <a:prstGeom prst="rect">
            <a:avLst/>
          </a:prstGeom>
        </p:spPr>
        <p:txBody>
          <a:bodyPr anchor="b"/>
          <a:lstStyle>
            <a:lvl1pPr marL="0" indent="0" algn="ctr">
              <a:lnSpc>
                <a:spcPct val="100000"/>
              </a:lnSpc>
              <a:spcBef>
                <a:spcPts val="0"/>
              </a:spcBef>
              <a:spcAft>
                <a:spcPts val="0"/>
              </a:spcAft>
              <a:buNone/>
              <a:defRPr sz="1600" cap="none" spc="200" baseline="0">
                <a:solidFill>
                  <a:schemeClr val="accent3"/>
                </a:solidFill>
                <a:latin typeface="+mj-lt"/>
              </a:defRPr>
            </a:lvl1pPr>
          </a:lstStyle>
          <a:p>
            <a:pPr lvl="0"/>
            <a:r>
              <a:rPr lang="en-US" dirty="0"/>
              <a:t>Click to add title</a:t>
            </a:r>
          </a:p>
        </p:txBody>
      </p:sp>
      <p:sp>
        <p:nvSpPr>
          <p:cNvPr id="44" name="Text Placeholder 14">
            <a:extLst>
              <a:ext uri="{FF2B5EF4-FFF2-40B4-BE49-F238E27FC236}">
                <a16:creationId xmlns:a16="http://schemas.microsoft.com/office/drawing/2014/main" id="{849CC034-065E-48F0-985D-B80C15200238}"/>
              </a:ext>
            </a:extLst>
          </p:cNvPr>
          <p:cNvSpPr>
            <a:spLocks noGrp="1"/>
          </p:cNvSpPr>
          <p:nvPr>
            <p:ph type="body" sz="quarter" idx="20" hasCustomPrompt="1"/>
          </p:nvPr>
        </p:nvSpPr>
        <p:spPr>
          <a:xfrm>
            <a:off x="8595609" y="4519311"/>
            <a:ext cx="2382386" cy="857935"/>
          </a:xfrm>
          <a:prstGeom prst="rect">
            <a:avLst/>
          </a:prstGeom>
        </p:spPr>
        <p:txBody>
          <a:bodyPr/>
          <a:lstStyle>
            <a:lvl1pPr marL="0" indent="0" algn="ctr">
              <a:lnSpc>
                <a:spcPct val="125000"/>
              </a:lnSpc>
              <a:spcBef>
                <a:spcPts val="0"/>
              </a:spcBef>
              <a:buNone/>
              <a:defRPr sz="1200" cap="none" spc="0" baseline="0">
                <a:solidFill>
                  <a:schemeClr val="bg1"/>
                </a:solidFill>
                <a:latin typeface="+mn-lt"/>
              </a:defRPr>
            </a:lvl1pPr>
          </a:lstStyle>
          <a:p>
            <a:pPr lvl="0"/>
            <a:r>
              <a:rPr lang="en-US" dirty="0"/>
              <a:t>Click to add text</a:t>
            </a:r>
          </a:p>
        </p:txBody>
      </p:sp>
      <p:sp>
        <p:nvSpPr>
          <p:cNvPr id="12" name="Footer Placeholder 15">
            <a:extLst>
              <a:ext uri="{FF2B5EF4-FFF2-40B4-BE49-F238E27FC236}">
                <a16:creationId xmlns:a16="http://schemas.microsoft.com/office/drawing/2014/main" id="{8035ED58-36EB-4147-BCAF-919ADD4DD583}"/>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7D46932B-0FD6-4226-B251-4B8154612142}"/>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56763F7F-D8C0-4AC6-96D0-C445984C5CB1}"/>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738281532"/>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3BA4599-9856-44E7-A2B6-2354614AF73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B14DA-64F0-4FA7-9A51-F4DB18154D7E}"/>
              </a:ext>
            </a:extLst>
          </p:cNvPr>
          <p:cNvSpPr>
            <a:spLocks noGrp="1"/>
          </p:cNvSpPr>
          <p:nvPr>
            <p:ph type="title" hasCustomPrompt="1"/>
          </p:nvPr>
        </p:nvSpPr>
        <p:spPr>
          <a:xfrm>
            <a:off x="5679441" y="1259911"/>
            <a:ext cx="5124189" cy="492302"/>
          </a:xfrm>
          <a:prstGeom prst="rect">
            <a:avLst/>
          </a:prstGeom>
        </p:spPr>
        <p:txBody>
          <a:bodyPr/>
          <a:lstStyle>
            <a:lvl1pPr>
              <a:defRPr sz="2800" cap="all" spc="400" baseline="0">
                <a:solidFill>
                  <a:schemeClr val="accent6"/>
                </a:solidFill>
              </a:defRPr>
            </a:lvl1pPr>
          </a:lstStyle>
          <a:p>
            <a:r>
              <a:rPr lang="en-US" dirty="0"/>
              <a:t>Click to add title</a:t>
            </a:r>
          </a:p>
        </p:txBody>
      </p:sp>
      <p:sp>
        <p:nvSpPr>
          <p:cNvPr id="17" name="Text Placeholder 14">
            <a:extLst>
              <a:ext uri="{FF2B5EF4-FFF2-40B4-BE49-F238E27FC236}">
                <a16:creationId xmlns:a16="http://schemas.microsoft.com/office/drawing/2014/main" id="{DC4C8188-3DF6-4730-A43A-B789F03449DA}"/>
              </a:ext>
            </a:extLst>
          </p:cNvPr>
          <p:cNvSpPr>
            <a:spLocks noGrp="1"/>
          </p:cNvSpPr>
          <p:nvPr>
            <p:ph type="body" sz="quarter" idx="14" hasCustomPrompt="1"/>
          </p:nvPr>
        </p:nvSpPr>
        <p:spPr>
          <a:xfrm>
            <a:off x="5679441" y="1752212"/>
            <a:ext cx="4856479" cy="2413388"/>
          </a:xfrm>
          <a:prstGeom prst="rect">
            <a:avLst/>
          </a:prstGeom>
        </p:spPr>
        <p:txBody>
          <a:bodyPr/>
          <a:lstStyle>
            <a:lvl1pPr marL="0" indent="0">
              <a:lnSpc>
                <a:spcPct val="150000"/>
              </a:lnSpc>
              <a:spcBef>
                <a:spcPts val="0"/>
              </a:spcBef>
              <a:buNone/>
              <a:defRPr sz="1400" cap="none" spc="0" baseline="0">
                <a:solidFill>
                  <a:schemeClr val="bg1"/>
                </a:solidFill>
                <a:latin typeface="+mn-lt"/>
              </a:defRPr>
            </a:lvl1pPr>
          </a:lstStyle>
          <a:p>
            <a:pPr lvl="0"/>
            <a:r>
              <a:rPr lang="en-US" dirty="0"/>
              <a:t>Click to add text</a:t>
            </a:r>
          </a:p>
        </p:txBody>
      </p:sp>
      <p:sp>
        <p:nvSpPr>
          <p:cNvPr id="13" name="Footer Placeholder 15">
            <a:extLst>
              <a:ext uri="{FF2B5EF4-FFF2-40B4-BE49-F238E27FC236}">
                <a16:creationId xmlns:a16="http://schemas.microsoft.com/office/drawing/2014/main" id="{E06D1BDE-6908-49BA-9900-53DFFF4B1E1B}"/>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1C3470F5-DE33-49A4-AE82-D8EA10A4FC5F}"/>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63DCFC99-67D1-468A-8498-B3C1C90B4CF3}"/>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834407786"/>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E551AED-617A-4A51-AA8F-586F3703B7F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60DB23A-E569-444D-8607-FD404EECF3BA}"/>
              </a:ext>
            </a:extLst>
          </p:cNvPr>
          <p:cNvSpPr>
            <a:spLocks noGrp="1"/>
          </p:cNvSpPr>
          <p:nvPr>
            <p:ph type="title" hasCustomPrompt="1"/>
          </p:nvPr>
        </p:nvSpPr>
        <p:spPr>
          <a:xfrm>
            <a:off x="1026850" y="563671"/>
            <a:ext cx="4989629" cy="2387771"/>
          </a:xfrm>
          <a:prstGeom prst="rect">
            <a:avLst/>
          </a:prstGeom>
        </p:spPr>
        <p:txBody>
          <a:bodyPr anchor="b"/>
          <a:lstStyle>
            <a:lvl1pPr algn="ctr">
              <a:defRPr sz="4800" cap="all" spc="400" baseline="0">
                <a:solidFill>
                  <a:schemeClr val="accent6"/>
                </a:solidFill>
              </a:defRPr>
            </a:lvl1pPr>
          </a:lstStyle>
          <a:p>
            <a:r>
              <a:rPr lang="en-US" dirty="0"/>
              <a:t>Click to add title</a:t>
            </a:r>
          </a:p>
        </p:txBody>
      </p:sp>
      <p:sp>
        <p:nvSpPr>
          <p:cNvPr id="10" name="Text Placeholder 13">
            <a:extLst>
              <a:ext uri="{FF2B5EF4-FFF2-40B4-BE49-F238E27FC236}">
                <a16:creationId xmlns:a16="http://schemas.microsoft.com/office/drawing/2014/main" id="{72B0D3D1-FC7B-43D5-B514-082D63A90ED1}"/>
              </a:ext>
            </a:extLst>
          </p:cNvPr>
          <p:cNvSpPr>
            <a:spLocks noGrp="1"/>
          </p:cNvSpPr>
          <p:nvPr>
            <p:ph type="body" sz="quarter" idx="12" hasCustomPrompt="1"/>
          </p:nvPr>
        </p:nvSpPr>
        <p:spPr>
          <a:xfrm>
            <a:off x="1026852" y="3531676"/>
            <a:ext cx="4989628" cy="1756576"/>
          </a:xfrm>
          <a:prstGeom prst="rect">
            <a:avLst/>
          </a:prstGeom>
        </p:spPr>
        <p:txBody>
          <a:bodyPr>
            <a:normAutofit/>
          </a:bodyPr>
          <a:lstStyle>
            <a:lvl1pPr marL="0" indent="0" algn="ctr">
              <a:lnSpc>
                <a:spcPct val="150000"/>
              </a:lnSpc>
              <a:spcBef>
                <a:spcPts val="0"/>
              </a:spcBef>
              <a:buNone/>
              <a:defRPr sz="1800" i="0">
                <a:solidFill>
                  <a:schemeClr val="bg1"/>
                </a:solidFill>
              </a:defRPr>
            </a:lvl1pPr>
          </a:lstStyle>
          <a:p>
            <a:pPr lvl="0"/>
            <a:r>
              <a:rPr lang="en-US" dirty="0"/>
              <a:t>Click to add subtitle</a:t>
            </a:r>
          </a:p>
        </p:txBody>
      </p:sp>
      <p:sp>
        <p:nvSpPr>
          <p:cNvPr id="12" name="Footer Placeholder 15">
            <a:extLst>
              <a:ext uri="{FF2B5EF4-FFF2-40B4-BE49-F238E27FC236}">
                <a16:creationId xmlns:a16="http://schemas.microsoft.com/office/drawing/2014/main" id="{CC2E4653-FDDE-4AC5-A23D-4269479ADCA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effectLst>
                  <a:outerShdw blurRad="38100" dist="38100" dir="2700000" algn="tl">
                    <a:srgbClr val="000000">
                      <a:alpha val="43137"/>
                    </a:srgbClr>
                  </a:outerShdw>
                </a:effectLst>
                <a:latin typeface="+mj-lt"/>
              </a:defRPr>
            </a:lvl1pPr>
          </a:lstStyle>
          <a:p>
            <a:r>
              <a:rPr lang="en-US" dirty="0"/>
              <a:t>PRESENTATION TITLE</a:t>
            </a:r>
          </a:p>
        </p:txBody>
      </p:sp>
      <p:sp>
        <p:nvSpPr>
          <p:cNvPr id="13" name="Slide Number Placeholder 16">
            <a:extLst>
              <a:ext uri="{FF2B5EF4-FFF2-40B4-BE49-F238E27FC236}">
                <a16:creationId xmlns:a16="http://schemas.microsoft.com/office/drawing/2014/main" id="{C3F5CE00-2FB1-4930-8D2C-DB4DFDB2FD40}"/>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effectLst>
                  <a:outerShdw blurRad="38100" dist="38100" dir="2700000" algn="tl">
                    <a:srgbClr val="000000">
                      <a:alpha val="43137"/>
                    </a:srgbClr>
                  </a:outerShdw>
                </a:effectLst>
                <a:latin typeface="+mn-lt"/>
              </a:defRPr>
            </a:lvl1pPr>
          </a:lstStyle>
          <a:p>
            <a:pPr>
              <a:defRPr/>
            </a:pPr>
            <a:fld id="{8D1FC6F8-0BCD-47E9-9C64-690771D9C143}" type="slidenum">
              <a:rPr lang="en-US" smtClean="0"/>
              <a:pPr>
                <a:defRPr/>
              </a:pPr>
              <a:t>‹#›</a:t>
            </a:fld>
            <a:endParaRPr lang="en-US" dirty="0"/>
          </a:p>
        </p:txBody>
      </p:sp>
      <p:sp>
        <p:nvSpPr>
          <p:cNvPr id="14" name="Date Placeholder 14">
            <a:extLst>
              <a:ext uri="{FF2B5EF4-FFF2-40B4-BE49-F238E27FC236}">
                <a16:creationId xmlns:a16="http://schemas.microsoft.com/office/drawing/2014/main" id="{2CEBC169-C2E2-4153-8A08-6B982C0D542B}"/>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effectLst>
                  <a:outerShdw blurRad="38100" dist="38100" dir="2700000" algn="tl">
                    <a:srgbClr val="000000">
                      <a:alpha val="43137"/>
                    </a:srgbClr>
                  </a:outerShdw>
                </a:effectLst>
                <a:latin typeface="+mj-lt"/>
              </a:defRPr>
            </a:lvl1pPr>
          </a:lstStyle>
          <a:p>
            <a:pPr>
              <a:defRPr/>
            </a:pPr>
            <a:r>
              <a:rPr lang="en-US" cap="all" dirty="0"/>
              <a:t>May 21, 20XX</a:t>
            </a:r>
          </a:p>
        </p:txBody>
      </p:sp>
    </p:spTree>
    <p:extLst>
      <p:ext uri="{BB962C8B-B14F-4D97-AF65-F5344CB8AC3E}">
        <p14:creationId xmlns:p14="http://schemas.microsoft.com/office/powerpoint/2010/main" val="798880244"/>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3" name="Footer Placeholder 15">
            <a:extLst>
              <a:ext uri="{FF2B5EF4-FFF2-40B4-BE49-F238E27FC236}">
                <a16:creationId xmlns:a16="http://schemas.microsoft.com/office/drawing/2014/main" id="{710F293A-37AC-4A72-A56D-2A65F8EA2CEE}"/>
              </a:ext>
            </a:extLst>
          </p:cNvPr>
          <p:cNvSpPr>
            <a:spLocks noGrp="1"/>
          </p:cNvSpPr>
          <p:nvPr>
            <p:ph type="ftr" sz="quarter" idx="3"/>
          </p:nvPr>
        </p:nvSpPr>
        <p:spPr>
          <a:xfrm rot="5400000">
            <a:off x="10541127" y="1408176"/>
            <a:ext cx="2770499" cy="365125"/>
          </a:xfrm>
          <a:prstGeom prst="rect">
            <a:avLst/>
          </a:prstGeom>
        </p:spPr>
        <p:txBody>
          <a:bodyPr anchor="ctr"/>
          <a:lstStyle>
            <a:lvl1pPr algn="r">
              <a:defRPr sz="900" cap="all" spc="400" baseline="0">
                <a:solidFill>
                  <a:schemeClr val="bg1"/>
                </a:solidFill>
                <a:latin typeface="+mj-lt"/>
              </a:defRPr>
            </a:lvl1pPr>
          </a:lstStyle>
          <a:p>
            <a:r>
              <a:rPr lang="en-US" dirty="0"/>
              <a:t>PRESENTATION TITLE</a:t>
            </a:r>
          </a:p>
        </p:txBody>
      </p:sp>
      <p:sp>
        <p:nvSpPr>
          <p:cNvPr id="14" name="Slide Number Placeholder 16">
            <a:extLst>
              <a:ext uri="{FF2B5EF4-FFF2-40B4-BE49-F238E27FC236}">
                <a16:creationId xmlns:a16="http://schemas.microsoft.com/office/drawing/2014/main" id="{EE0BB053-ED5B-47E1-ABB2-815094654C14}"/>
              </a:ext>
            </a:extLst>
          </p:cNvPr>
          <p:cNvSpPr>
            <a:spLocks noGrp="1"/>
          </p:cNvSpPr>
          <p:nvPr>
            <p:ph type="sldNum" sz="quarter" idx="4"/>
          </p:nvPr>
        </p:nvSpPr>
        <p:spPr>
          <a:xfrm>
            <a:off x="11519019" y="3164804"/>
            <a:ext cx="545911" cy="580029"/>
          </a:xfrm>
          <a:prstGeom prst="rect">
            <a:avLst/>
          </a:prstGeom>
        </p:spPr>
        <p:txBody>
          <a:bodyPr anchor="ctr"/>
          <a:lstStyle>
            <a:lvl1pPr algn="r">
              <a:defRPr sz="1600">
                <a:solidFill>
                  <a:schemeClr val="accent6"/>
                </a:solidFill>
                <a:latin typeface="+mn-lt"/>
              </a:defRPr>
            </a:lvl1pPr>
          </a:lstStyle>
          <a:p>
            <a:pPr>
              <a:defRPr/>
            </a:pPr>
            <a:fld id="{8D1FC6F8-0BCD-47E9-9C64-690771D9C143}" type="slidenum">
              <a:rPr lang="en-US" smtClean="0"/>
              <a:pPr>
                <a:defRPr/>
              </a:pPr>
              <a:t>‹#›</a:t>
            </a:fld>
            <a:endParaRPr lang="en-US" dirty="0"/>
          </a:p>
        </p:txBody>
      </p:sp>
      <p:sp>
        <p:nvSpPr>
          <p:cNvPr id="15" name="Date Placeholder 14">
            <a:extLst>
              <a:ext uri="{FF2B5EF4-FFF2-40B4-BE49-F238E27FC236}">
                <a16:creationId xmlns:a16="http://schemas.microsoft.com/office/drawing/2014/main" id="{790B7F12-A295-4495-AE4A-7640863C8828}"/>
              </a:ext>
            </a:extLst>
          </p:cNvPr>
          <p:cNvSpPr>
            <a:spLocks noGrp="1"/>
          </p:cNvSpPr>
          <p:nvPr>
            <p:ph type="dt" sz="half" idx="2"/>
          </p:nvPr>
        </p:nvSpPr>
        <p:spPr>
          <a:xfrm rot="5400000">
            <a:off x="10595991" y="5074920"/>
            <a:ext cx="2647667" cy="365125"/>
          </a:xfrm>
          <a:prstGeom prst="rect">
            <a:avLst/>
          </a:prstGeom>
        </p:spPr>
        <p:txBody>
          <a:bodyPr anchor="ctr"/>
          <a:lstStyle>
            <a:lvl1pPr>
              <a:defRPr sz="900" spc="400" baseline="0">
                <a:solidFill>
                  <a:schemeClr val="bg1"/>
                </a:solidFill>
                <a:latin typeface="+mj-lt"/>
              </a:defRPr>
            </a:lvl1pPr>
          </a:lstStyle>
          <a:p>
            <a:pPr>
              <a:defRPr/>
            </a:pPr>
            <a:r>
              <a:rPr lang="en-US" cap="all" dirty="0"/>
              <a:t>May 21, 20XX</a:t>
            </a:r>
          </a:p>
        </p:txBody>
      </p:sp>
    </p:spTree>
    <p:extLst>
      <p:ext uri="{BB962C8B-B14F-4D97-AF65-F5344CB8AC3E}">
        <p14:creationId xmlns:p14="http://schemas.microsoft.com/office/powerpoint/2010/main" val="1322357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41F8-4344-82F4-7DD9-265FC4F760B2}"/>
              </a:ext>
            </a:extLst>
          </p:cNvPr>
          <p:cNvSpPr>
            <a:spLocks noGrp="1"/>
          </p:cNvSpPr>
          <p:nvPr>
            <p:ph type="title"/>
          </p:nvPr>
        </p:nvSpPr>
        <p:spPr>
          <a:xfrm>
            <a:off x="4187069" y="695092"/>
            <a:ext cx="4919354" cy="5817026"/>
          </a:xfrm>
        </p:spPr>
        <p:txBody>
          <a:bodyPr/>
          <a:lstStyle/>
          <a:p>
            <a:pPr algn="ctr"/>
            <a:r>
              <a:rPr lang="en-US" sz="3200" dirty="0">
                <a:solidFill>
                  <a:schemeClr val="accent6"/>
                </a:solidFill>
                <a:latin typeface="Times New Roman" panose="02020603050405020304" pitchFamily="18" charset="0"/>
                <a:cs typeface="Times New Roman" panose="02020603050405020304" pitchFamily="18" charset="0"/>
              </a:rPr>
              <a:t>Development of computational tools for physics experiments using python</a:t>
            </a:r>
            <a:br>
              <a:rPr lang="en-US" sz="3200" dirty="0">
                <a:solidFill>
                  <a:schemeClr val="accent6"/>
                </a:solidFill>
                <a:latin typeface="Times New Roman" panose="02020603050405020304" pitchFamily="18" charset="0"/>
                <a:cs typeface="Times New Roman" panose="02020603050405020304" pitchFamily="18" charset="0"/>
              </a:rPr>
            </a:br>
            <a:br>
              <a:rPr lang="en-US" sz="2800" dirty="0">
                <a:solidFill>
                  <a:schemeClr val="accent6"/>
                </a:solidFill>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done by</a:t>
            </a:r>
            <a:br>
              <a:rPr lang="en-US" sz="1400" dirty="0">
                <a:solidFill>
                  <a:schemeClr val="accent6"/>
                </a:solidFill>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B. SHIVA (22UPH130) </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A. ANTONY PRATHAB (22UPH131) </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J. JAMES ANANDH (22UPH132)</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K. NITHYANANTHAN (22UPH134) </a:t>
            </a:r>
            <a:br>
              <a:rPr lang="en-IN" sz="1400" dirty="0">
                <a:latin typeface="Times New Roman" panose="02020603050405020304" pitchFamily="18" charset="0"/>
                <a:cs typeface="Times New Roman" panose="02020603050405020304" pitchFamily="18" charset="0"/>
              </a:rPr>
            </a:b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Under the guidance of </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Dr. R. JERALD VIJAY</a:t>
            </a:r>
            <a:br>
              <a:rPr lang="en-IN" sz="1400" b="1"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Assistant </a:t>
            </a:r>
            <a:r>
              <a:rPr lang="en-IN" sz="1600" dirty="0">
                <a:latin typeface="Times New Roman" panose="02020603050405020304" pitchFamily="18" charset="0"/>
                <a:cs typeface="Times New Roman" panose="02020603050405020304" pitchFamily="18" charset="0"/>
              </a:rPr>
              <a:t>Professor</a:t>
            </a:r>
            <a:endParaRPr lang="en-IN" sz="1600" dirty="0">
              <a:solidFill>
                <a:schemeClr val="accent6"/>
              </a:solidFill>
              <a:latin typeface="Times New Roman" panose="02020603050405020304"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B5B28110-6BBA-DAEF-F6F7-5EB928A522E9}"/>
              </a:ext>
            </a:extLst>
          </p:cNvPr>
          <p:cNvSpPr>
            <a:spLocks noGrp="1"/>
          </p:cNvSpPr>
          <p:nvPr>
            <p:ph type="sldNum" sz="quarter" idx="4"/>
          </p:nvPr>
        </p:nvSpPr>
        <p:spPr/>
        <p:txBody>
          <a:bodyPr/>
          <a:lstStyle/>
          <a:p>
            <a:pPr>
              <a:defRPr/>
            </a:pPr>
            <a:fld id="{8D1FC6F8-0BCD-47E9-9C64-690771D9C143}" type="slidenum">
              <a:rPr lang="en-US" smtClean="0"/>
              <a:pPr>
                <a:defRPr/>
              </a:pPr>
              <a:t>1</a:t>
            </a:fld>
            <a:endParaRPr lang="en-US" dirty="0"/>
          </a:p>
        </p:txBody>
      </p:sp>
    </p:spTree>
    <p:extLst>
      <p:ext uri="{BB962C8B-B14F-4D97-AF65-F5344CB8AC3E}">
        <p14:creationId xmlns:p14="http://schemas.microsoft.com/office/powerpoint/2010/main" val="1856766291"/>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3DE22AEE-5FE7-411E-BE12-05628BC028BA}"/>
              </a:ext>
            </a:extLst>
          </p:cNvPr>
          <p:cNvSpPr>
            <a:spLocks noGrp="1"/>
          </p:cNvSpPr>
          <p:nvPr>
            <p:ph type="title"/>
          </p:nvPr>
        </p:nvSpPr>
        <p:spPr>
          <a:xfrm>
            <a:off x="4187069" y="695093"/>
            <a:ext cx="4919354" cy="667498"/>
          </a:xfrm>
        </p:spPr>
        <p:txBody>
          <a:bodyPr/>
          <a:lstStyle/>
          <a:p>
            <a:r>
              <a:rPr lang="en-US" dirty="0"/>
              <a:t>contents</a:t>
            </a:r>
          </a:p>
        </p:txBody>
      </p:sp>
      <p:sp>
        <p:nvSpPr>
          <p:cNvPr id="7" name="Slide Number Placeholder 6">
            <a:extLst>
              <a:ext uri="{FF2B5EF4-FFF2-40B4-BE49-F238E27FC236}">
                <a16:creationId xmlns:a16="http://schemas.microsoft.com/office/drawing/2014/main" id="{6944EF00-08F5-4EC2-87BC-9CA90D8251D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2</a:t>
            </a:fld>
            <a:endParaRPr lang="en-US" dirty="0"/>
          </a:p>
        </p:txBody>
      </p:sp>
      <p:sp>
        <p:nvSpPr>
          <p:cNvPr id="17" name="Text Placeholder 16">
            <a:extLst>
              <a:ext uri="{FF2B5EF4-FFF2-40B4-BE49-F238E27FC236}">
                <a16:creationId xmlns:a16="http://schemas.microsoft.com/office/drawing/2014/main" id="{4F1A22CB-2905-51AF-C14A-5F82D79390EB}"/>
              </a:ext>
            </a:extLst>
          </p:cNvPr>
          <p:cNvSpPr>
            <a:spLocks noGrp="1"/>
          </p:cNvSpPr>
          <p:nvPr>
            <p:ph type="body" sz="quarter" idx="19"/>
          </p:nvPr>
        </p:nvSpPr>
        <p:spPr>
          <a:xfrm>
            <a:off x="4199596" y="1362591"/>
            <a:ext cx="3339401" cy="5121336"/>
          </a:xfrm>
        </p:spPr>
        <p:txBody>
          <a:bodyPr/>
          <a:lstStyle/>
          <a:p>
            <a:pPr marL="285750" indent="-285750">
              <a:buClr>
                <a:srgbClr val="3C6CB7"/>
              </a:buClr>
              <a:buFont typeface="Arial" panose="020B0604020202020204" pitchFamily="34" charset="0"/>
              <a:buChar char="•"/>
            </a:pPr>
            <a:r>
              <a:rPr lang="en-IN" sz="1900" dirty="0"/>
              <a:t>Introduction</a:t>
            </a:r>
          </a:p>
          <a:p>
            <a:pPr marL="285750" indent="-285750">
              <a:buClr>
                <a:srgbClr val="3C6CB7"/>
              </a:buClr>
              <a:buFont typeface="Arial" panose="020B0604020202020204" pitchFamily="34" charset="0"/>
              <a:buChar char="•"/>
            </a:pPr>
            <a:r>
              <a:rPr lang="en-IN" sz="1900" dirty="0"/>
              <a:t> Project Scope</a:t>
            </a:r>
          </a:p>
          <a:p>
            <a:pPr marL="285750" indent="-285750">
              <a:buClr>
                <a:srgbClr val="3C6CB7"/>
              </a:buClr>
              <a:buFont typeface="Arial" panose="020B0604020202020204" pitchFamily="34" charset="0"/>
              <a:buChar char="•"/>
            </a:pPr>
            <a:r>
              <a:rPr lang="en-IN" sz="1900" dirty="0"/>
              <a:t> Objective</a:t>
            </a:r>
          </a:p>
          <a:p>
            <a:pPr marL="285750" indent="-285750">
              <a:buClr>
                <a:srgbClr val="3C6CB7"/>
              </a:buClr>
              <a:buFont typeface="Arial" panose="020B0604020202020204" pitchFamily="34" charset="0"/>
              <a:buChar char="•"/>
            </a:pPr>
            <a:r>
              <a:rPr lang="en-IN" sz="1900" dirty="0"/>
              <a:t>Why python in physics</a:t>
            </a:r>
          </a:p>
          <a:p>
            <a:pPr marL="285750" indent="-285750">
              <a:buClr>
                <a:srgbClr val="3C6CB7"/>
              </a:buClr>
              <a:buFont typeface="Arial" panose="020B0604020202020204" pitchFamily="34" charset="0"/>
              <a:buChar char="•"/>
            </a:pPr>
            <a:r>
              <a:rPr lang="en-IN" sz="1900" dirty="0"/>
              <a:t>Project scope</a:t>
            </a:r>
          </a:p>
          <a:p>
            <a:pPr marL="285750" indent="-285750">
              <a:buClr>
                <a:srgbClr val="3C6CB7"/>
              </a:buClr>
              <a:buFont typeface="Arial" panose="020B0604020202020204" pitchFamily="34" charset="0"/>
              <a:buChar char="•"/>
            </a:pPr>
            <a:r>
              <a:rPr lang="en-IN" sz="1900" dirty="0"/>
              <a:t>Python libraries</a:t>
            </a:r>
          </a:p>
          <a:p>
            <a:pPr marL="285750" indent="-285750">
              <a:buClr>
                <a:srgbClr val="3C6CB7"/>
              </a:buClr>
              <a:buFont typeface="Arial" panose="020B0604020202020204" pitchFamily="34" charset="0"/>
              <a:buChar char="•"/>
            </a:pPr>
            <a:r>
              <a:rPr lang="en-IN" sz="1900" dirty="0"/>
              <a:t>Key difference between two versions</a:t>
            </a:r>
          </a:p>
          <a:p>
            <a:pPr marL="285750" indent="-285750">
              <a:buClr>
                <a:srgbClr val="3C6CB7"/>
              </a:buClr>
              <a:buFont typeface="Arial" panose="020B0604020202020204" pitchFamily="34" charset="0"/>
              <a:buChar char="•"/>
            </a:pPr>
            <a:r>
              <a:rPr lang="en-IN" sz="1900" dirty="0"/>
              <a:t>Results of both versions</a:t>
            </a:r>
          </a:p>
          <a:p>
            <a:pPr marL="285750" indent="-285750">
              <a:buClr>
                <a:srgbClr val="3C6CB7"/>
              </a:buClr>
              <a:buFont typeface="Arial" panose="020B0604020202020204" pitchFamily="34" charset="0"/>
              <a:buChar char="•"/>
            </a:pPr>
            <a:r>
              <a:rPr lang="en-IN" sz="1900" dirty="0"/>
              <a:t> Features of final web-app</a:t>
            </a:r>
          </a:p>
          <a:p>
            <a:pPr marL="285750" indent="-285750">
              <a:buClr>
                <a:srgbClr val="3C6CB7"/>
              </a:buClr>
              <a:buFont typeface="Arial" panose="020B0604020202020204" pitchFamily="34" charset="0"/>
              <a:buChar char="•"/>
            </a:pPr>
            <a:r>
              <a:rPr lang="en-IN" sz="1900" dirty="0"/>
              <a:t>Conclusion</a:t>
            </a:r>
          </a:p>
          <a:p>
            <a:endParaRPr lang="en-IN" dirty="0"/>
          </a:p>
        </p:txBody>
      </p:sp>
    </p:spTree>
    <p:extLst>
      <p:ext uri="{BB962C8B-B14F-4D97-AF65-F5344CB8AC3E}">
        <p14:creationId xmlns:p14="http://schemas.microsoft.com/office/powerpoint/2010/main" val="3109501799"/>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3507-7E7E-B1F2-DA06-2C47CC0AD37D}"/>
              </a:ext>
            </a:extLst>
          </p:cNvPr>
          <p:cNvSpPr>
            <a:spLocks noGrp="1"/>
          </p:cNvSpPr>
          <p:nvPr>
            <p:ph type="title"/>
          </p:nvPr>
        </p:nvSpPr>
        <p:spPr/>
        <p:txBody>
          <a:bodyPr/>
          <a:lstStyle/>
          <a:p>
            <a:r>
              <a:rPr lang="en-IN" dirty="0">
                <a:solidFill>
                  <a:schemeClr val="accent6"/>
                </a:solidFill>
              </a:rPr>
              <a:t>introduction</a:t>
            </a:r>
          </a:p>
        </p:txBody>
      </p:sp>
      <p:sp>
        <p:nvSpPr>
          <p:cNvPr id="8" name="Text Placeholder 7">
            <a:extLst>
              <a:ext uri="{FF2B5EF4-FFF2-40B4-BE49-F238E27FC236}">
                <a16:creationId xmlns:a16="http://schemas.microsoft.com/office/drawing/2014/main" id="{67833219-7BF0-06DC-8CDE-3EAFFBF9D3AD}"/>
              </a:ext>
            </a:extLst>
          </p:cNvPr>
          <p:cNvSpPr>
            <a:spLocks noGrp="1"/>
          </p:cNvSpPr>
          <p:nvPr>
            <p:ph type="body" sz="quarter" idx="19"/>
          </p:nvPr>
        </p:nvSpPr>
        <p:spPr>
          <a:xfrm>
            <a:off x="4199596" y="1664677"/>
            <a:ext cx="4906827" cy="4680464"/>
          </a:xfrm>
        </p:spPr>
        <p:txBody>
          <a:bodyPr/>
          <a:lstStyle/>
          <a:p>
            <a:pPr algn="r">
              <a:lnSpc>
                <a:spcPts val="2143"/>
              </a:lnSpc>
              <a:spcBef>
                <a:spcPts val="1029"/>
              </a:spcBef>
              <a:spcAft>
                <a:spcPts val="1029"/>
              </a:spcAft>
              <a:buNone/>
            </a:pPr>
            <a:r>
              <a:rPr lang="en-US" b="0" i="1" dirty="0">
                <a:solidFill>
                  <a:srgbClr val="F8FAFF"/>
                </a:solidFill>
                <a:effectLst/>
                <a:latin typeface="DeepSeek-CJK-patch"/>
              </a:rPr>
              <a:t>""The computer is just as important as the telescope was for astronomy."</a:t>
            </a:r>
            <a:br>
              <a:rPr lang="en-US" dirty="0"/>
            </a:br>
            <a:r>
              <a:rPr lang="en-US" b="0" i="0" dirty="0">
                <a:solidFill>
                  <a:srgbClr val="F8FAFF"/>
                </a:solidFill>
                <a:effectLst/>
                <a:latin typeface="DeepSeek-CJK-patch"/>
              </a:rPr>
              <a:t>— </a:t>
            </a:r>
            <a:r>
              <a:rPr lang="en-US" b="1" i="0" dirty="0">
                <a:solidFill>
                  <a:srgbClr val="F8FAFF"/>
                </a:solidFill>
                <a:effectLst/>
                <a:latin typeface="DeepSeek-CJK-patch"/>
              </a:rPr>
              <a:t>Richard Feynman</a:t>
            </a:r>
            <a:r>
              <a:rPr lang="en-US" b="0" i="0" dirty="0">
                <a:solidFill>
                  <a:srgbClr val="F8FAFF"/>
                </a:solidFill>
                <a:effectLst/>
                <a:latin typeface="DeepSeek-CJK-patch"/>
              </a:rPr>
              <a:t> </a:t>
            </a:r>
          </a:p>
          <a:p>
            <a:pPr algn="l">
              <a:lnSpc>
                <a:spcPts val="2143"/>
              </a:lnSpc>
              <a:spcBef>
                <a:spcPts val="1029"/>
              </a:spcBef>
              <a:spcAft>
                <a:spcPts val="1029"/>
              </a:spcAft>
              <a:buNone/>
            </a:pPr>
            <a:r>
              <a:rPr lang="en-US" b="0" i="0" dirty="0">
                <a:solidFill>
                  <a:srgbClr val="F8FAFF"/>
                </a:solidFill>
                <a:effectLst/>
                <a:latin typeface="DeepSeek-CJK-patch"/>
              </a:rPr>
              <a:t> Physics experiments need complex math – slow and messy by hand.</a:t>
            </a:r>
          </a:p>
          <a:p>
            <a:pPr algn="l">
              <a:lnSpc>
                <a:spcPts val="2143"/>
              </a:lnSpc>
              <a:spcBef>
                <a:spcPts val="1029"/>
              </a:spcBef>
              <a:spcAft>
                <a:spcPts val="1029"/>
              </a:spcAft>
              <a:buNone/>
            </a:pPr>
            <a:r>
              <a:rPr lang="en-US" b="1" i="0" dirty="0">
                <a:solidFill>
                  <a:srgbClr val="F8FAFF"/>
                </a:solidFill>
                <a:effectLst/>
                <a:latin typeface="DeepSeek-CJK-patch"/>
              </a:rPr>
              <a:t>Fix it!</a:t>
            </a:r>
            <a:r>
              <a:rPr lang="en-US" b="0" i="0" dirty="0">
                <a:solidFill>
                  <a:srgbClr val="F8FAFF"/>
                </a:solidFill>
                <a:effectLst/>
                <a:latin typeface="DeepSeek-CJK-patch"/>
              </a:rPr>
              <a:t> Python automates the hard work with smart tools.</a:t>
            </a:r>
          </a:p>
          <a:p>
            <a:pPr algn="l">
              <a:lnSpc>
                <a:spcPts val="2143"/>
              </a:lnSpc>
              <a:spcBef>
                <a:spcPts val="300"/>
              </a:spcBef>
              <a:spcAft>
                <a:spcPts val="300"/>
              </a:spcAft>
              <a:buFont typeface="Arial" panose="020B0604020202020204" pitchFamily="34" charset="0"/>
              <a:buChar char="•"/>
            </a:pPr>
            <a:r>
              <a:rPr lang="en-US" b="1" i="0" dirty="0">
                <a:solidFill>
                  <a:srgbClr val="F8FAFF"/>
                </a:solidFill>
                <a:effectLst/>
                <a:latin typeface="DeepSeek-CJK-patch"/>
              </a:rPr>
              <a:t>Tools Used:</a:t>
            </a:r>
            <a:endParaRPr lang="en-US" b="0" i="0" dirty="0">
              <a:solidFill>
                <a:srgbClr val="F8FAFF"/>
              </a:solidFill>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sz="1400" b="0" i="1" dirty="0">
                <a:solidFill>
                  <a:srgbClr val="F8FAFF"/>
                </a:solidFill>
                <a:effectLst/>
                <a:latin typeface="DeepSeek-CJK-patch"/>
              </a:rPr>
              <a:t>NumPy</a:t>
            </a:r>
            <a:r>
              <a:rPr lang="en-US" sz="1400" b="0" i="0" dirty="0">
                <a:solidFill>
                  <a:srgbClr val="F8FAFF"/>
                </a:solidFill>
                <a:effectLst/>
                <a:latin typeface="DeepSeek-CJK-patch"/>
              </a:rPr>
              <a:t> – Does math super fast</a:t>
            </a:r>
          </a:p>
          <a:p>
            <a:pPr marL="742950" lvl="1" indent="-285750" algn="l">
              <a:lnSpc>
                <a:spcPts val="2143"/>
              </a:lnSpc>
              <a:spcBef>
                <a:spcPts val="300"/>
              </a:spcBef>
              <a:spcAft>
                <a:spcPts val="1029"/>
              </a:spcAft>
              <a:buFont typeface="Arial" panose="020B0604020202020204" pitchFamily="34" charset="0"/>
              <a:buChar char="•"/>
            </a:pPr>
            <a:r>
              <a:rPr lang="en-US" sz="1400" b="0" i="1" dirty="0">
                <a:solidFill>
                  <a:srgbClr val="F8FAFF"/>
                </a:solidFill>
                <a:effectLst/>
                <a:latin typeface="DeepSeek-CJK-patch"/>
              </a:rPr>
              <a:t>Matplotlib</a:t>
            </a:r>
            <a:r>
              <a:rPr lang="en-US" sz="1400" b="0" i="0" dirty="0">
                <a:solidFill>
                  <a:srgbClr val="F8FAFF"/>
                </a:solidFill>
                <a:effectLst/>
                <a:latin typeface="DeepSeek-CJK-patch"/>
              </a:rPr>
              <a:t> – Draws graphs in seconds</a:t>
            </a:r>
          </a:p>
          <a:p>
            <a:pPr marL="742950" lvl="1" indent="-285750" algn="l">
              <a:lnSpc>
                <a:spcPts val="2143"/>
              </a:lnSpc>
              <a:spcBef>
                <a:spcPts val="300"/>
              </a:spcBef>
              <a:spcAft>
                <a:spcPts val="1029"/>
              </a:spcAft>
              <a:buFont typeface="Arial" panose="020B0604020202020204" pitchFamily="34" charset="0"/>
              <a:buChar char="•"/>
            </a:pPr>
            <a:r>
              <a:rPr lang="en-US" sz="1400" b="0" i="1" dirty="0">
                <a:solidFill>
                  <a:srgbClr val="F8FAFF"/>
                </a:solidFill>
                <a:effectLst/>
                <a:latin typeface="DeepSeek-CJK-patch"/>
              </a:rPr>
              <a:t>Streamlit</a:t>
            </a:r>
            <a:r>
              <a:rPr lang="en-US" sz="1400" b="0" i="0" dirty="0">
                <a:solidFill>
                  <a:srgbClr val="F8FAFF"/>
                </a:solidFill>
                <a:effectLst/>
                <a:latin typeface="DeepSeek-CJK-patch"/>
              </a:rPr>
              <a:t> – Makes clickable web apps</a:t>
            </a:r>
          </a:p>
          <a:p>
            <a:pPr algn="l">
              <a:lnSpc>
                <a:spcPts val="2143"/>
              </a:lnSpc>
              <a:spcBef>
                <a:spcPts val="300"/>
              </a:spcBef>
              <a:spcAft>
                <a:spcPts val="300"/>
              </a:spcAft>
              <a:buFont typeface="Arial" panose="020B0604020202020204" pitchFamily="34" charset="0"/>
              <a:buChar char="•"/>
            </a:pPr>
            <a:r>
              <a:rPr lang="en-US" b="1" i="0" dirty="0">
                <a:solidFill>
                  <a:srgbClr val="F8FAFF"/>
                </a:solidFill>
                <a:effectLst/>
                <a:latin typeface="DeepSeek-CJK-patch"/>
              </a:rPr>
              <a:t>Two versions to Use It:</a:t>
            </a:r>
            <a:endParaRPr lang="en-US" b="0" i="0" dirty="0">
              <a:solidFill>
                <a:srgbClr val="F8FAFF"/>
              </a:solidFill>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US" sz="1400" b="0" i="0" dirty="0">
                <a:solidFill>
                  <a:srgbClr val="F8FAFF"/>
                </a:solidFill>
                <a:effectLst/>
                <a:latin typeface="DeepSeek-CJK-patch"/>
              </a:rPr>
              <a:t>Type commands (CLI) for experts</a:t>
            </a:r>
          </a:p>
          <a:p>
            <a:pPr marL="742950" lvl="1" indent="-285750" algn="l">
              <a:lnSpc>
                <a:spcPts val="2143"/>
              </a:lnSpc>
              <a:spcBef>
                <a:spcPts val="300"/>
              </a:spcBef>
              <a:spcAft>
                <a:spcPts val="1029"/>
              </a:spcAft>
              <a:buFont typeface="Arial" panose="020B0604020202020204" pitchFamily="34" charset="0"/>
              <a:buChar char="•"/>
            </a:pPr>
            <a:r>
              <a:rPr lang="en-US" sz="1400" b="0" i="0" dirty="0">
                <a:solidFill>
                  <a:srgbClr val="F8FAFF"/>
                </a:solidFill>
                <a:effectLst/>
                <a:latin typeface="DeepSeek-CJK-patch"/>
              </a:rPr>
              <a:t>Click buttons (Web) for everyone</a:t>
            </a:r>
          </a:p>
          <a:p>
            <a:endParaRPr lang="en-IN" dirty="0"/>
          </a:p>
        </p:txBody>
      </p:sp>
      <p:sp>
        <p:nvSpPr>
          <p:cNvPr id="12" name="Slide Number Placeholder 11">
            <a:extLst>
              <a:ext uri="{FF2B5EF4-FFF2-40B4-BE49-F238E27FC236}">
                <a16:creationId xmlns:a16="http://schemas.microsoft.com/office/drawing/2014/main" id="{72D505C8-E10A-DF69-4694-B723EFC06430}"/>
              </a:ext>
            </a:extLst>
          </p:cNvPr>
          <p:cNvSpPr>
            <a:spLocks noGrp="1"/>
          </p:cNvSpPr>
          <p:nvPr>
            <p:ph type="sldNum" sz="quarter" idx="4"/>
          </p:nvPr>
        </p:nvSpPr>
        <p:spPr/>
        <p:txBody>
          <a:bodyPr/>
          <a:lstStyle/>
          <a:p>
            <a:pPr>
              <a:defRPr/>
            </a:pPr>
            <a:fld id="{8D1FC6F8-0BCD-47E9-9C64-690771D9C143}" type="slidenum">
              <a:rPr lang="en-US" smtClean="0"/>
              <a:pPr>
                <a:defRPr/>
              </a:pPr>
              <a:t>3</a:t>
            </a:fld>
            <a:endParaRPr lang="en-US" dirty="0"/>
          </a:p>
        </p:txBody>
      </p:sp>
    </p:spTree>
    <p:extLst>
      <p:ext uri="{BB962C8B-B14F-4D97-AF65-F5344CB8AC3E}">
        <p14:creationId xmlns:p14="http://schemas.microsoft.com/office/powerpoint/2010/main" val="971607798"/>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09848-56F4-3F82-1F2A-760A3AE03469}"/>
              </a:ext>
            </a:extLst>
          </p:cNvPr>
          <p:cNvSpPr>
            <a:spLocks noGrp="1"/>
          </p:cNvSpPr>
          <p:nvPr>
            <p:ph type="title"/>
          </p:nvPr>
        </p:nvSpPr>
        <p:spPr/>
        <p:txBody>
          <a:bodyPr/>
          <a:lstStyle/>
          <a:p>
            <a:pPr algn="ctr"/>
            <a:r>
              <a:rPr lang="en-IN" dirty="0">
                <a:solidFill>
                  <a:schemeClr val="accent6"/>
                </a:solidFill>
              </a:rPr>
              <a:t>objectives</a:t>
            </a:r>
          </a:p>
        </p:txBody>
      </p:sp>
      <p:sp>
        <p:nvSpPr>
          <p:cNvPr id="12" name="Slide Number Placeholder 11">
            <a:extLst>
              <a:ext uri="{FF2B5EF4-FFF2-40B4-BE49-F238E27FC236}">
                <a16:creationId xmlns:a16="http://schemas.microsoft.com/office/drawing/2014/main" id="{F2DBFA26-0F7D-72D8-8324-71AA2E193367}"/>
              </a:ext>
            </a:extLst>
          </p:cNvPr>
          <p:cNvSpPr>
            <a:spLocks noGrp="1"/>
          </p:cNvSpPr>
          <p:nvPr>
            <p:ph type="sldNum" sz="quarter" idx="4"/>
          </p:nvPr>
        </p:nvSpPr>
        <p:spPr/>
        <p:txBody>
          <a:bodyPr/>
          <a:lstStyle/>
          <a:p>
            <a:pPr>
              <a:defRPr/>
            </a:pPr>
            <a:fld id="{8D1FC6F8-0BCD-47E9-9C64-690771D9C143}" type="slidenum">
              <a:rPr lang="en-US" smtClean="0"/>
              <a:pPr>
                <a:defRPr/>
              </a:pPr>
              <a:t>4</a:t>
            </a:fld>
            <a:endParaRPr lang="en-US" dirty="0"/>
          </a:p>
        </p:txBody>
      </p:sp>
      <p:sp>
        <p:nvSpPr>
          <p:cNvPr id="14" name="Rectangle 1">
            <a:extLst>
              <a:ext uri="{FF2B5EF4-FFF2-40B4-BE49-F238E27FC236}">
                <a16:creationId xmlns:a16="http://schemas.microsoft.com/office/drawing/2014/main" id="{098F46FC-8D39-AF5F-7547-5221725E5BBE}"/>
              </a:ext>
            </a:extLst>
          </p:cNvPr>
          <p:cNvSpPr>
            <a:spLocks noGrp="1" noChangeArrowheads="1"/>
          </p:cNvSpPr>
          <p:nvPr>
            <p:ph type="body" sz="quarter" idx="15"/>
          </p:nvPr>
        </p:nvSpPr>
        <p:spPr bwMode="auto">
          <a:xfrm>
            <a:off x="4187825" y="1118853"/>
            <a:ext cx="561564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Automate Physics Experiments</a:t>
            </a:r>
            <a:b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Simplify and speed up calculations using Python.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Provide CLI &amp; Web Interfaces</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CLI: Works </a:t>
            </a:r>
            <a:r>
              <a:rPr lang="en-US" altLang="en-US" sz="1800" dirty="0">
                <a:latin typeface="Times New Roman" panose="02020603050405020304" pitchFamily="18" charset="0"/>
                <a:cs typeface="Times New Roman" panose="02020603050405020304" pitchFamily="18" charset="0"/>
              </a:rPr>
              <a:t>only on </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offline</a:t>
            </a:r>
            <a:r>
              <a:rPr lang="en-US" altLang="en-US" sz="1800" dirty="0">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Built using IDLE.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Web: </a:t>
            </a:r>
            <a:r>
              <a:rPr lang="en-US" altLang="en-US" sz="1800" dirty="0">
                <a:latin typeface="Times New Roman" panose="02020603050405020304" pitchFamily="18" charset="0"/>
                <a:cs typeface="Times New Roman" panose="02020603050405020304" pitchFamily="18" charset="0"/>
              </a:rPr>
              <a:t>Works on both online and offline.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Built with Streamlit, interactive and user-friendly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Ensure Accuracy &amp; Reliability</a:t>
            </a:r>
            <a:b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Use verified formulas to reduce human errors.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Visualize Results Instantly</a:t>
            </a:r>
            <a:b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Generate graphs using Matplotlib for better understanding.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Support Learning Through Coding</a:t>
            </a:r>
            <a:b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Help students apply programming in real-world physics.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Design for Reuse &amp; Expansion</a:t>
            </a:r>
            <a:b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Modular code allows future updates or additions.</a:t>
            </a:r>
          </a:p>
        </p:txBody>
      </p:sp>
    </p:spTree>
    <p:extLst>
      <p:ext uri="{BB962C8B-B14F-4D97-AF65-F5344CB8AC3E}">
        <p14:creationId xmlns:p14="http://schemas.microsoft.com/office/powerpoint/2010/main" val="1617192956"/>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7FE51E02-50EB-4E26-B5E1-1B76B0D7B688}"/>
              </a:ext>
            </a:extLst>
          </p:cNvPr>
          <p:cNvSpPr>
            <a:spLocks noGrp="1"/>
          </p:cNvSpPr>
          <p:nvPr>
            <p:ph type="title"/>
          </p:nvPr>
        </p:nvSpPr>
        <p:spPr>
          <a:xfrm>
            <a:off x="3509716" y="1823624"/>
            <a:ext cx="4719884" cy="828065"/>
          </a:xfrm>
        </p:spPr>
        <p:txBody>
          <a:bodyPr/>
          <a:lstStyle/>
          <a:p>
            <a:r>
              <a:rPr lang="en-US" dirty="0">
                <a:solidFill>
                  <a:schemeClr val="accent6"/>
                </a:solidFill>
              </a:rPr>
              <a:t>Why python in physics?</a:t>
            </a:r>
          </a:p>
        </p:txBody>
      </p:sp>
      <p:cxnSp>
        <p:nvCxnSpPr>
          <p:cNvPr id="14" name="Straight Connector 13">
            <a:extLst>
              <a:ext uri="{FF2B5EF4-FFF2-40B4-BE49-F238E27FC236}">
                <a16:creationId xmlns:a16="http://schemas.microsoft.com/office/drawing/2014/main" id="{DA6FC127-313F-42F3-9800-F36B13BD0BB7}"/>
              </a:ext>
              <a:ext uri="{C183D7F6-B498-43B3-948B-1728B52AA6E4}">
                <adec:decorative xmlns:adec="http://schemas.microsoft.com/office/drawing/2017/decorative" val="1"/>
              </a:ext>
            </a:extLst>
          </p:cNvPr>
          <p:cNvCxnSpPr>
            <a:cxnSpLocks/>
            <a:stCxn id="15" idx="6"/>
            <a:endCxn id="20" idx="2"/>
          </p:cNvCxnSpPr>
          <p:nvPr/>
        </p:nvCxnSpPr>
        <p:spPr>
          <a:xfrm>
            <a:off x="2172245" y="3645383"/>
            <a:ext cx="7622284"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7BD30DD-1CDC-42FA-A173-F6CFB93D911B}"/>
              </a:ext>
              <a:ext uri="{C183D7F6-B498-43B3-948B-1728B52AA6E4}">
                <adec:decorative xmlns:adec="http://schemas.microsoft.com/office/drawing/2017/decorative" val="1"/>
              </a:ext>
            </a:extLst>
          </p:cNvPr>
          <p:cNvSpPr/>
          <p:nvPr/>
        </p:nvSpPr>
        <p:spPr>
          <a:xfrm>
            <a:off x="4077534" y="3172544"/>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FF16285-BEA6-47E3-8ECE-E17D4D08489A}"/>
              </a:ext>
              <a:ext uri="{C183D7F6-B498-43B3-948B-1728B52AA6E4}">
                <adec:decorative xmlns:adec="http://schemas.microsoft.com/office/drawing/2017/decorative" val="1"/>
              </a:ext>
            </a:extLst>
          </p:cNvPr>
          <p:cNvSpPr/>
          <p:nvPr/>
        </p:nvSpPr>
        <p:spPr>
          <a:xfrm>
            <a:off x="6943562" y="3174633"/>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3FF59E2B-8CF4-4F96-9F85-850F62E8736C}"/>
              </a:ext>
              <a:ext uri="{C183D7F6-B498-43B3-948B-1728B52AA6E4}">
                <adec:decorative xmlns:adec="http://schemas.microsoft.com/office/drawing/2017/decorative" val="1"/>
              </a:ext>
            </a:extLst>
          </p:cNvPr>
          <p:cNvSpPr/>
          <p:nvPr/>
        </p:nvSpPr>
        <p:spPr>
          <a:xfrm>
            <a:off x="9794529" y="3172544"/>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D56AB62C-FF38-4153-B496-F42C8DB04407}"/>
              </a:ext>
              <a:ext uri="{C183D7F6-B498-43B3-948B-1728B52AA6E4}">
                <adec:decorative xmlns:adec="http://schemas.microsoft.com/office/drawing/2017/decorative" val="1"/>
              </a:ext>
            </a:extLst>
          </p:cNvPr>
          <p:cNvSpPr/>
          <p:nvPr/>
        </p:nvSpPr>
        <p:spPr>
          <a:xfrm>
            <a:off x="1226567" y="3172544"/>
            <a:ext cx="945678" cy="945678"/>
          </a:xfrm>
          <a:prstGeom prst="ellipse">
            <a:avLst/>
          </a:prstGeom>
          <a:solidFill>
            <a:schemeClr val="accent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Placeholder 25">
            <a:extLst>
              <a:ext uri="{FF2B5EF4-FFF2-40B4-BE49-F238E27FC236}">
                <a16:creationId xmlns:a16="http://schemas.microsoft.com/office/drawing/2014/main" id="{2F0C189F-75BF-4FC8-A278-5EFC6B66FACA}"/>
              </a:ext>
            </a:extLst>
          </p:cNvPr>
          <p:cNvSpPr>
            <a:spLocks noGrp="1"/>
          </p:cNvSpPr>
          <p:nvPr>
            <p:ph type="body" sz="quarter" idx="12"/>
          </p:nvPr>
        </p:nvSpPr>
        <p:spPr>
          <a:xfrm>
            <a:off x="379005" y="4230943"/>
            <a:ext cx="2640803" cy="365125"/>
          </a:xfrm>
        </p:spPr>
        <p:txBody>
          <a:bodyPr/>
          <a:lstStyle/>
          <a:p>
            <a:r>
              <a:rPr lang="en-IN" dirty="0"/>
              <a:t>Speed</a:t>
            </a:r>
            <a:endParaRPr lang="en-US" dirty="0"/>
          </a:p>
        </p:txBody>
      </p:sp>
      <p:sp>
        <p:nvSpPr>
          <p:cNvPr id="27" name="Text Placeholder 26">
            <a:extLst>
              <a:ext uri="{FF2B5EF4-FFF2-40B4-BE49-F238E27FC236}">
                <a16:creationId xmlns:a16="http://schemas.microsoft.com/office/drawing/2014/main" id="{56F30711-3932-4012-B6C1-3B270E1293B3}"/>
              </a:ext>
            </a:extLst>
          </p:cNvPr>
          <p:cNvSpPr>
            <a:spLocks noGrp="1"/>
          </p:cNvSpPr>
          <p:nvPr>
            <p:ph type="body" sz="quarter" idx="13"/>
          </p:nvPr>
        </p:nvSpPr>
        <p:spPr>
          <a:xfrm>
            <a:off x="379005" y="4546458"/>
            <a:ext cx="2640803" cy="1616414"/>
          </a:xfrm>
        </p:spPr>
        <p:txBody>
          <a:bodyPr/>
          <a:lstStyle/>
          <a:p>
            <a:r>
              <a:rPr lang="en-IN" dirty="0"/>
              <a:t>NumPy for complex calculations.</a:t>
            </a:r>
          </a:p>
        </p:txBody>
      </p:sp>
      <p:sp>
        <p:nvSpPr>
          <p:cNvPr id="31" name="Text Placeholder 30">
            <a:extLst>
              <a:ext uri="{FF2B5EF4-FFF2-40B4-BE49-F238E27FC236}">
                <a16:creationId xmlns:a16="http://schemas.microsoft.com/office/drawing/2014/main" id="{850A4385-C5CF-4BEE-B287-D3AC3C912861}"/>
              </a:ext>
            </a:extLst>
          </p:cNvPr>
          <p:cNvSpPr>
            <a:spLocks noGrp="1"/>
          </p:cNvSpPr>
          <p:nvPr>
            <p:ph type="body" sz="quarter" idx="22"/>
          </p:nvPr>
        </p:nvSpPr>
        <p:spPr>
          <a:xfrm>
            <a:off x="3237502" y="4234631"/>
            <a:ext cx="2640803" cy="365125"/>
          </a:xfrm>
        </p:spPr>
        <p:txBody>
          <a:bodyPr/>
          <a:lstStyle/>
          <a:p>
            <a:r>
              <a:rPr lang="en-IN" dirty="0"/>
              <a:t>Accuracy</a:t>
            </a:r>
            <a:endParaRPr lang="en-US" dirty="0"/>
          </a:p>
        </p:txBody>
      </p:sp>
      <p:sp>
        <p:nvSpPr>
          <p:cNvPr id="28" name="Text Placeholder 27">
            <a:extLst>
              <a:ext uri="{FF2B5EF4-FFF2-40B4-BE49-F238E27FC236}">
                <a16:creationId xmlns:a16="http://schemas.microsoft.com/office/drawing/2014/main" id="{CC9C5A8F-500B-4089-A210-65BE40581FE1}"/>
              </a:ext>
            </a:extLst>
          </p:cNvPr>
          <p:cNvSpPr>
            <a:spLocks noGrp="1"/>
          </p:cNvSpPr>
          <p:nvPr>
            <p:ph type="body" sz="quarter" idx="15"/>
          </p:nvPr>
        </p:nvSpPr>
        <p:spPr>
          <a:xfrm>
            <a:off x="3237503" y="4550146"/>
            <a:ext cx="2640803" cy="1167160"/>
          </a:xfrm>
        </p:spPr>
        <p:txBody>
          <a:bodyPr/>
          <a:lstStyle/>
          <a:p>
            <a:r>
              <a:rPr lang="en-IN" dirty="0"/>
              <a:t>Reduces manual errors and can plot graphs using Matplotlib.</a:t>
            </a:r>
          </a:p>
          <a:p>
            <a:endParaRPr lang="en-US" dirty="0"/>
          </a:p>
        </p:txBody>
      </p:sp>
      <p:sp>
        <p:nvSpPr>
          <p:cNvPr id="32" name="Text Placeholder 31">
            <a:extLst>
              <a:ext uri="{FF2B5EF4-FFF2-40B4-BE49-F238E27FC236}">
                <a16:creationId xmlns:a16="http://schemas.microsoft.com/office/drawing/2014/main" id="{561059DA-EA8B-4860-B58D-BBFD6C2CFC5C}"/>
              </a:ext>
            </a:extLst>
          </p:cNvPr>
          <p:cNvSpPr>
            <a:spLocks noGrp="1"/>
          </p:cNvSpPr>
          <p:nvPr>
            <p:ph type="body" sz="quarter" idx="23"/>
          </p:nvPr>
        </p:nvSpPr>
        <p:spPr>
          <a:xfrm>
            <a:off x="6096000" y="4218499"/>
            <a:ext cx="2640803" cy="365125"/>
          </a:xfrm>
        </p:spPr>
        <p:txBody>
          <a:bodyPr/>
          <a:lstStyle/>
          <a:p>
            <a:r>
              <a:rPr lang="en-US" dirty="0"/>
              <a:t>Application </a:t>
            </a:r>
          </a:p>
        </p:txBody>
      </p:sp>
      <p:sp>
        <p:nvSpPr>
          <p:cNvPr id="29" name="Text Placeholder 28">
            <a:extLst>
              <a:ext uri="{FF2B5EF4-FFF2-40B4-BE49-F238E27FC236}">
                <a16:creationId xmlns:a16="http://schemas.microsoft.com/office/drawing/2014/main" id="{491AC0FF-532B-4B36-BE1C-83B71D783B45}"/>
              </a:ext>
            </a:extLst>
          </p:cNvPr>
          <p:cNvSpPr>
            <a:spLocks noGrp="1"/>
          </p:cNvSpPr>
          <p:nvPr>
            <p:ph type="body" sz="quarter" idx="17"/>
          </p:nvPr>
        </p:nvSpPr>
        <p:spPr>
          <a:xfrm>
            <a:off x="6096000" y="4534014"/>
            <a:ext cx="2640803" cy="1616414"/>
          </a:xfrm>
        </p:spPr>
        <p:txBody>
          <a:bodyPr/>
          <a:lstStyle/>
          <a:p>
            <a:r>
              <a:rPr lang="en-US" dirty="0"/>
              <a:t>practical applications of numerical methods in physics.</a:t>
            </a:r>
            <a:r>
              <a:rPr lang="en-IN" dirty="0"/>
              <a:t>.</a:t>
            </a:r>
          </a:p>
        </p:txBody>
      </p:sp>
      <p:sp>
        <p:nvSpPr>
          <p:cNvPr id="33" name="Text Placeholder 32">
            <a:extLst>
              <a:ext uri="{FF2B5EF4-FFF2-40B4-BE49-F238E27FC236}">
                <a16:creationId xmlns:a16="http://schemas.microsoft.com/office/drawing/2014/main" id="{921263C4-F13B-47F6-A4A0-816A8D261C29}"/>
              </a:ext>
            </a:extLst>
          </p:cNvPr>
          <p:cNvSpPr>
            <a:spLocks noGrp="1"/>
          </p:cNvSpPr>
          <p:nvPr>
            <p:ph type="body" sz="quarter" idx="24"/>
          </p:nvPr>
        </p:nvSpPr>
        <p:spPr>
          <a:xfrm>
            <a:off x="8946967" y="4218499"/>
            <a:ext cx="2640803" cy="365125"/>
          </a:xfrm>
        </p:spPr>
        <p:txBody>
          <a:bodyPr/>
          <a:lstStyle/>
          <a:p>
            <a:r>
              <a:rPr lang="en-US" dirty="0"/>
              <a:t>User Interface </a:t>
            </a:r>
          </a:p>
        </p:txBody>
      </p:sp>
      <p:sp>
        <p:nvSpPr>
          <p:cNvPr id="30" name="Text Placeholder 29">
            <a:extLst>
              <a:ext uri="{FF2B5EF4-FFF2-40B4-BE49-F238E27FC236}">
                <a16:creationId xmlns:a16="http://schemas.microsoft.com/office/drawing/2014/main" id="{D16C7B99-9723-4022-8904-97B66907F149}"/>
              </a:ext>
            </a:extLst>
          </p:cNvPr>
          <p:cNvSpPr>
            <a:spLocks noGrp="1"/>
          </p:cNvSpPr>
          <p:nvPr>
            <p:ph type="body" sz="quarter" idx="19"/>
          </p:nvPr>
        </p:nvSpPr>
        <p:spPr>
          <a:xfrm>
            <a:off x="8946967" y="4534014"/>
            <a:ext cx="2640803" cy="1616414"/>
          </a:xfrm>
        </p:spPr>
        <p:txBody>
          <a:bodyPr/>
          <a:lstStyle/>
          <a:p>
            <a:r>
              <a:rPr lang="en-US" dirty="0"/>
              <a:t>Using Streamlit library to give you that enhance user interface.</a:t>
            </a:r>
          </a:p>
        </p:txBody>
      </p:sp>
      <p:sp>
        <p:nvSpPr>
          <p:cNvPr id="4" name="Slide Number Placeholder 3">
            <a:extLst>
              <a:ext uri="{FF2B5EF4-FFF2-40B4-BE49-F238E27FC236}">
                <a16:creationId xmlns:a16="http://schemas.microsoft.com/office/drawing/2014/main" id="{BDAFBEEF-2BDC-48F9-ACA2-5A9324E7BFE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5</a:t>
            </a:fld>
            <a:endParaRPr lang="en-US" dirty="0"/>
          </a:p>
        </p:txBody>
      </p:sp>
      <p:pic>
        <p:nvPicPr>
          <p:cNvPr id="23" name="Graphic 22" descr="Stopwatch with solid fill">
            <a:extLst>
              <a:ext uri="{FF2B5EF4-FFF2-40B4-BE49-F238E27FC236}">
                <a16:creationId xmlns:a16="http://schemas.microsoft.com/office/drawing/2014/main" id="{46D4DCFC-3AF5-F8C2-3DFD-11BFC77A7B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42206" y="3172544"/>
            <a:ext cx="914400" cy="914400"/>
          </a:xfrm>
          <a:prstGeom prst="rect">
            <a:avLst/>
          </a:prstGeom>
        </p:spPr>
      </p:pic>
      <p:pic>
        <p:nvPicPr>
          <p:cNvPr id="25" name="Graphic 24" descr="Checkmark with solid fill">
            <a:extLst>
              <a:ext uri="{FF2B5EF4-FFF2-40B4-BE49-F238E27FC236}">
                <a16:creationId xmlns:a16="http://schemas.microsoft.com/office/drawing/2014/main" id="{83EC8B44-118D-082D-0A97-7564BB4BC0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51183" y="3308417"/>
            <a:ext cx="613440" cy="613440"/>
          </a:xfrm>
          <a:prstGeom prst="rect">
            <a:avLst/>
          </a:prstGeom>
        </p:spPr>
      </p:pic>
      <p:pic>
        <p:nvPicPr>
          <p:cNvPr id="35" name="Graphic 34" descr="Social network with solid fill">
            <a:extLst>
              <a:ext uri="{FF2B5EF4-FFF2-40B4-BE49-F238E27FC236}">
                <a16:creationId xmlns:a16="http://schemas.microsoft.com/office/drawing/2014/main" id="{705DB557-33D5-36A7-C317-D96D10A6448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32518" y="3172544"/>
            <a:ext cx="914400" cy="914400"/>
          </a:xfrm>
          <a:prstGeom prst="rect">
            <a:avLst/>
          </a:prstGeom>
        </p:spPr>
      </p:pic>
      <p:pic>
        <p:nvPicPr>
          <p:cNvPr id="5" name="Graphic 4" descr="Tools with solid fill">
            <a:extLst>
              <a:ext uri="{FF2B5EF4-FFF2-40B4-BE49-F238E27FC236}">
                <a16:creationId xmlns:a16="http://schemas.microsoft.com/office/drawing/2014/main" id="{C2350809-C687-145D-28E3-A595DB84B2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79611" y="3308593"/>
            <a:ext cx="673579" cy="673579"/>
          </a:xfrm>
          <a:prstGeom prst="rect">
            <a:avLst/>
          </a:prstGeom>
        </p:spPr>
      </p:pic>
    </p:spTree>
    <p:extLst>
      <p:ext uri="{BB962C8B-B14F-4D97-AF65-F5344CB8AC3E}">
        <p14:creationId xmlns:p14="http://schemas.microsoft.com/office/powerpoint/2010/main" val="2961106047"/>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38FEDDED-CB8D-43EC-BAB6-6DB72148B5E9}"/>
              </a:ext>
            </a:extLst>
          </p:cNvPr>
          <p:cNvSpPr>
            <a:spLocks noGrp="1"/>
          </p:cNvSpPr>
          <p:nvPr>
            <p:ph type="title"/>
          </p:nvPr>
        </p:nvSpPr>
        <p:spPr>
          <a:xfrm>
            <a:off x="4196218" y="690802"/>
            <a:ext cx="4936277" cy="575890"/>
          </a:xfrm>
        </p:spPr>
        <p:txBody>
          <a:bodyPr/>
          <a:lstStyle/>
          <a:p>
            <a:r>
              <a:rPr lang="en-US" dirty="0">
                <a:solidFill>
                  <a:schemeClr val="accent6"/>
                </a:solidFill>
              </a:rPr>
              <a:t>Project scope</a:t>
            </a:r>
          </a:p>
        </p:txBody>
      </p:sp>
      <p:sp>
        <p:nvSpPr>
          <p:cNvPr id="20" name="Slide Number Placeholder 19">
            <a:extLst>
              <a:ext uri="{FF2B5EF4-FFF2-40B4-BE49-F238E27FC236}">
                <a16:creationId xmlns:a16="http://schemas.microsoft.com/office/drawing/2014/main" id="{3DD70FC9-BBF2-4AF1-9A64-0FB9216835C5}"/>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6</a:t>
            </a:fld>
            <a:endParaRPr lang="en-US" dirty="0"/>
          </a:p>
        </p:txBody>
      </p:sp>
      <p:sp>
        <p:nvSpPr>
          <p:cNvPr id="3" name="TextBox 2">
            <a:extLst>
              <a:ext uri="{FF2B5EF4-FFF2-40B4-BE49-F238E27FC236}">
                <a16:creationId xmlns:a16="http://schemas.microsoft.com/office/drawing/2014/main" id="{492B6437-CBC7-D866-0072-49306A6579AA}"/>
              </a:ext>
            </a:extLst>
          </p:cNvPr>
          <p:cNvSpPr txBox="1"/>
          <p:nvPr/>
        </p:nvSpPr>
        <p:spPr>
          <a:xfrm>
            <a:off x="3617019" y="1406327"/>
            <a:ext cx="6094674" cy="4247317"/>
          </a:xfrm>
          <a:prstGeom prst="rect">
            <a:avLst/>
          </a:prstGeom>
          <a:noFill/>
        </p:spPr>
        <p:txBody>
          <a:bodyPr wrap="square">
            <a:spAutoFit/>
          </a:bodyPr>
          <a:lstStyle/>
          <a:p>
            <a:pPr marL="285750" indent="-285750">
              <a:buClr>
                <a:srgbClr val="FF0000"/>
              </a:buClr>
              <a:buFont typeface="Wingdings" panose="05000000000000000000" pitchFamily="2" charset="2"/>
              <a:buChar char="§"/>
            </a:pPr>
            <a:r>
              <a:rPr lang="en-IN" dirty="0">
                <a:solidFill>
                  <a:schemeClr val="bg1"/>
                </a:solidFill>
              </a:rPr>
              <a:t>Optics: Polarimeter, Newton’s Rings, Air Wedge.</a:t>
            </a:r>
          </a:p>
          <a:p>
            <a:pPr marL="285750" indent="-285750">
              <a:buClr>
                <a:srgbClr val="FF0000"/>
              </a:buClr>
              <a:buFont typeface="Wingdings" panose="05000000000000000000" pitchFamily="2" charset="2"/>
              <a:buChar char="§"/>
            </a:pPr>
            <a:endParaRPr lang="en-IN" dirty="0">
              <a:solidFill>
                <a:schemeClr val="bg1"/>
              </a:solidFill>
            </a:endParaRPr>
          </a:p>
          <a:p>
            <a:pPr marL="285750" indent="-285750">
              <a:buClr>
                <a:srgbClr val="FF0000"/>
              </a:buClr>
              <a:buFont typeface="Wingdings" panose="05000000000000000000" pitchFamily="2" charset="2"/>
              <a:buChar char="§"/>
            </a:pPr>
            <a:r>
              <a:rPr lang="en-IN" dirty="0">
                <a:solidFill>
                  <a:schemeClr val="bg1"/>
                </a:solidFill>
              </a:rPr>
              <a:t>Electromagnetism: Calibration of a High-Range Voltmeter, Absolute Capacity of a Condenser, Self-Inductance of a Coil.</a:t>
            </a:r>
          </a:p>
          <a:p>
            <a:pPr marL="285750" indent="-285750">
              <a:buClr>
                <a:srgbClr val="FF0000"/>
              </a:buClr>
              <a:buFont typeface="Wingdings" panose="05000000000000000000" pitchFamily="2" charset="2"/>
              <a:buChar char="§"/>
            </a:pPr>
            <a:endParaRPr lang="en-IN" dirty="0">
              <a:solidFill>
                <a:schemeClr val="bg1"/>
              </a:solidFill>
            </a:endParaRPr>
          </a:p>
          <a:p>
            <a:pPr marL="285750" indent="-285750">
              <a:buClr>
                <a:srgbClr val="FF0000"/>
              </a:buClr>
              <a:buFont typeface="Wingdings" panose="05000000000000000000" pitchFamily="2" charset="2"/>
              <a:buChar char="§"/>
            </a:pPr>
            <a:r>
              <a:rPr lang="en-IN" dirty="0">
                <a:solidFill>
                  <a:schemeClr val="bg1"/>
                </a:solidFill>
              </a:rPr>
              <a:t>Mechanics: Sonometer, Young’s Modulus (Koeing’s Method, Non-Uniform Bending, Stretching Method, Uniform Bending, Cantilever Method).</a:t>
            </a:r>
          </a:p>
          <a:p>
            <a:pPr marL="285750" indent="-285750">
              <a:buClr>
                <a:srgbClr val="FF0000"/>
              </a:buClr>
              <a:buFont typeface="Wingdings" panose="05000000000000000000" pitchFamily="2" charset="2"/>
              <a:buChar char="§"/>
            </a:pPr>
            <a:endParaRPr lang="en-IN" dirty="0">
              <a:solidFill>
                <a:schemeClr val="bg1"/>
              </a:solidFill>
            </a:endParaRPr>
          </a:p>
          <a:p>
            <a:pPr marL="285750" indent="-285750">
              <a:buClr>
                <a:srgbClr val="FF0000"/>
              </a:buClr>
              <a:buFont typeface="Wingdings" panose="05000000000000000000" pitchFamily="2" charset="2"/>
              <a:buChar char="§"/>
            </a:pPr>
            <a:r>
              <a:rPr lang="en-IN" dirty="0">
                <a:solidFill>
                  <a:schemeClr val="bg1"/>
                </a:solidFill>
              </a:rPr>
              <a:t>Spectrometry: Spectrometer (Minimum Deviation, </a:t>
            </a:r>
            <a:r>
              <a:rPr lang="en-IN" dirty="0" err="1">
                <a:solidFill>
                  <a:schemeClr val="bg1"/>
                </a:solidFill>
              </a:rPr>
              <a:t>i-i</a:t>
            </a:r>
            <a:r>
              <a:rPr lang="en-IN" dirty="0">
                <a:solidFill>
                  <a:schemeClr val="bg1"/>
                </a:solidFill>
              </a:rPr>
              <a:t>′ Curve, Small Angle Prism).</a:t>
            </a:r>
          </a:p>
          <a:p>
            <a:pPr marL="285750" indent="-285750">
              <a:buClr>
                <a:srgbClr val="FF0000"/>
              </a:buClr>
              <a:buFont typeface="Wingdings" panose="05000000000000000000" pitchFamily="2" charset="2"/>
              <a:buChar char="§"/>
            </a:pPr>
            <a:endParaRPr lang="en-IN" dirty="0">
              <a:solidFill>
                <a:schemeClr val="bg1"/>
              </a:solidFill>
            </a:endParaRPr>
          </a:p>
          <a:p>
            <a:pPr marL="285750" indent="-285750">
              <a:buClr>
                <a:srgbClr val="FF0000"/>
              </a:buClr>
              <a:buFont typeface="Wingdings" panose="05000000000000000000" pitchFamily="2" charset="2"/>
              <a:buChar char="§"/>
            </a:pPr>
            <a:r>
              <a:rPr lang="en-IN" dirty="0">
                <a:solidFill>
                  <a:schemeClr val="bg1"/>
                </a:solidFill>
              </a:rPr>
              <a:t>Electrical Measurements: High Resistance by Leakage Method, Internal Resistance of a Cell, Mutual Inductance Methods. </a:t>
            </a:r>
          </a:p>
        </p:txBody>
      </p:sp>
    </p:spTree>
    <p:extLst>
      <p:ext uri="{BB962C8B-B14F-4D97-AF65-F5344CB8AC3E}">
        <p14:creationId xmlns:p14="http://schemas.microsoft.com/office/powerpoint/2010/main" val="1968899"/>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F92EC24E-3E0A-471B-9A70-B29306D2DABB}"/>
              </a:ext>
            </a:extLst>
          </p:cNvPr>
          <p:cNvSpPr>
            <a:spLocks noGrp="1"/>
          </p:cNvSpPr>
          <p:nvPr>
            <p:ph type="title"/>
          </p:nvPr>
        </p:nvSpPr>
        <p:spPr>
          <a:xfrm>
            <a:off x="3672555" y="1823626"/>
            <a:ext cx="4569572" cy="983683"/>
          </a:xfrm>
        </p:spPr>
        <p:txBody>
          <a:bodyPr/>
          <a:lstStyle/>
          <a:p>
            <a:pPr algn="ctr"/>
            <a:r>
              <a:rPr lang="en-IN" dirty="0">
                <a:solidFill>
                  <a:schemeClr val="accent6"/>
                </a:solidFill>
              </a:rPr>
              <a:t>Python Libraries</a:t>
            </a:r>
            <a:endParaRPr lang="en-US" dirty="0">
              <a:solidFill>
                <a:schemeClr val="accent6"/>
              </a:solidFill>
            </a:endParaRPr>
          </a:p>
        </p:txBody>
      </p:sp>
      <p:sp>
        <p:nvSpPr>
          <p:cNvPr id="4" name="Slide Number Placeholder 3">
            <a:extLst>
              <a:ext uri="{FF2B5EF4-FFF2-40B4-BE49-F238E27FC236}">
                <a16:creationId xmlns:a16="http://schemas.microsoft.com/office/drawing/2014/main" id="{EBF20B7A-39DA-4D7C-96BB-B2A9565A4D7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7</a:t>
            </a:fld>
            <a:endParaRPr lang="en-US" dirty="0"/>
          </a:p>
        </p:txBody>
      </p:sp>
      <p:graphicFrame>
        <p:nvGraphicFramePr>
          <p:cNvPr id="7" name="Table 6">
            <a:extLst>
              <a:ext uri="{FF2B5EF4-FFF2-40B4-BE49-F238E27FC236}">
                <a16:creationId xmlns:a16="http://schemas.microsoft.com/office/drawing/2014/main" id="{87B308D9-734C-6164-9CD2-79995E77E039}"/>
              </a:ext>
            </a:extLst>
          </p:cNvPr>
          <p:cNvGraphicFramePr>
            <a:graphicFrameLocks noGrp="1"/>
          </p:cNvGraphicFramePr>
          <p:nvPr>
            <p:extLst>
              <p:ext uri="{D42A27DB-BD31-4B8C-83A1-F6EECF244321}">
                <p14:modId xmlns:p14="http://schemas.microsoft.com/office/powerpoint/2010/main" val="2342596660"/>
              </p:ext>
            </p:extLst>
          </p:nvPr>
        </p:nvGraphicFramePr>
        <p:xfrm>
          <a:off x="2045368" y="2536898"/>
          <a:ext cx="8114632" cy="1981200"/>
        </p:xfrm>
        <a:graphic>
          <a:graphicData uri="http://schemas.openxmlformats.org/drawingml/2006/table">
            <a:tbl>
              <a:tblPr firstRow="1" bandRow="1">
                <a:tableStyleId>{72833802-FEF1-4C79-8D5D-14CF1EAF98D9}</a:tableStyleId>
              </a:tblPr>
              <a:tblGrid>
                <a:gridCol w="4050632">
                  <a:extLst>
                    <a:ext uri="{9D8B030D-6E8A-4147-A177-3AD203B41FA5}">
                      <a16:colId xmlns:a16="http://schemas.microsoft.com/office/drawing/2014/main" val="2512702176"/>
                    </a:ext>
                  </a:extLst>
                </a:gridCol>
                <a:gridCol w="4064000">
                  <a:extLst>
                    <a:ext uri="{9D8B030D-6E8A-4147-A177-3AD203B41FA5}">
                      <a16:colId xmlns:a16="http://schemas.microsoft.com/office/drawing/2014/main" val="4049835127"/>
                    </a:ext>
                  </a:extLst>
                </a:gridCol>
              </a:tblGrid>
              <a:tr h="370840">
                <a:tc>
                  <a:txBody>
                    <a:bodyPr/>
                    <a:lstStyle/>
                    <a:p>
                      <a:r>
                        <a:rPr lang="en-IN" sz="2000" b="1" dirty="0">
                          <a:solidFill>
                            <a:schemeClr val="bg1"/>
                          </a:solidFill>
                        </a:rPr>
                        <a:t>Library</a:t>
                      </a:r>
                    </a:p>
                  </a:txBody>
                  <a:tcPr/>
                </a:tc>
                <a:tc>
                  <a:txBody>
                    <a:bodyPr/>
                    <a:lstStyle/>
                    <a:p>
                      <a:r>
                        <a:rPr lang="en-IN" sz="2000" dirty="0">
                          <a:solidFill>
                            <a:schemeClr val="bg1"/>
                          </a:solidFill>
                        </a:rPr>
                        <a:t>Purpose</a:t>
                      </a:r>
                    </a:p>
                  </a:txBody>
                  <a:tcPr/>
                </a:tc>
                <a:extLst>
                  <a:ext uri="{0D108BD9-81ED-4DB2-BD59-A6C34878D82A}">
                    <a16:rowId xmlns:a16="http://schemas.microsoft.com/office/drawing/2014/main" val="2261280770"/>
                  </a:ext>
                </a:extLst>
              </a:tr>
              <a:tr h="376883">
                <a:tc>
                  <a:txBody>
                    <a:bodyPr/>
                    <a:lstStyle/>
                    <a:p>
                      <a:r>
                        <a:rPr lang="en-IN" sz="2000" dirty="0">
                          <a:solidFill>
                            <a:schemeClr val="bg1"/>
                          </a:solidFill>
                        </a:rPr>
                        <a:t>NumPy </a:t>
                      </a:r>
                    </a:p>
                  </a:txBody>
                  <a:tcPr/>
                </a:tc>
                <a:tc>
                  <a:txBody>
                    <a:bodyPr/>
                    <a:lstStyle/>
                    <a:p>
                      <a:r>
                        <a:rPr lang="en-IN" sz="2000" dirty="0">
                          <a:solidFill>
                            <a:schemeClr val="bg1"/>
                          </a:solidFill>
                        </a:rPr>
                        <a:t>Numerical calculations</a:t>
                      </a:r>
                    </a:p>
                  </a:txBody>
                  <a:tcPr/>
                </a:tc>
                <a:extLst>
                  <a:ext uri="{0D108BD9-81ED-4DB2-BD59-A6C34878D82A}">
                    <a16:rowId xmlns:a16="http://schemas.microsoft.com/office/drawing/2014/main" val="3563516951"/>
                  </a:ext>
                </a:extLst>
              </a:tr>
              <a:tr h="370840">
                <a:tc>
                  <a:txBody>
                    <a:bodyPr/>
                    <a:lstStyle/>
                    <a:p>
                      <a:r>
                        <a:rPr lang="en-IN" sz="2000" dirty="0">
                          <a:solidFill>
                            <a:schemeClr val="bg1"/>
                          </a:solidFill>
                        </a:rPr>
                        <a:t>Matplotlib</a:t>
                      </a:r>
                    </a:p>
                  </a:txBody>
                  <a:tcPr/>
                </a:tc>
                <a:tc>
                  <a:txBody>
                    <a:bodyPr/>
                    <a:lstStyle/>
                    <a:p>
                      <a:r>
                        <a:rPr lang="en-IN" sz="2000" dirty="0">
                          <a:solidFill>
                            <a:schemeClr val="bg1"/>
                          </a:solidFill>
                        </a:rPr>
                        <a:t>Graphing &amp; Visualization</a:t>
                      </a:r>
                      <a:endParaRPr lang="en-IN" sz="2000" dirty="0"/>
                    </a:p>
                  </a:txBody>
                  <a:tcPr/>
                </a:tc>
                <a:extLst>
                  <a:ext uri="{0D108BD9-81ED-4DB2-BD59-A6C34878D82A}">
                    <a16:rowId xmlns:a16="http://schemas.microsoft.com/office/drawing/2014/main" val="2202308841"/>
                  </a:ext>
                </a:extLst>
              </a:tr>
              <a:tr h="370840">
                <a:tc>
                  <a:txBody>
                    <a:bodyPr/>
                    <a:lstStyle/>
                    <a:p>
                      <a:r>
                        <a:rPr lang="en-IN" sz="2000" dirty="0">
                          <a:solidFill>
                            <a:schemeClr val="bg1"/>
                          </a:solidFill>
                        </a:rPr>
                        <a:t>Tabulate</a:t>
                      </a:r>
                      <a:endParaRPr lang="en-IN" sz="2000" dirty="0"/>
                    </a:p>
                  </a:txBody>
                  <a:tcPr/>
                </a:tc>
                <a:tc>
                  <a:txBody>
                    <a:bodyPr/>
                    <a:lstStyle/>
                    <a:p>
                      <a:r>
                        <a:rPr lang="en-IN" sz="2000" dirty="0">
                          <a:solidFill>
                            <a:schemeClr val="bg1"/>
                          </a:solidFill>
                        </a:rPr>
                        <a:t>Formatting tables</a:t>
                      </a:r>
                    </a:p>
                  </a:txBody>
                  <a:tcPr/>
                </a:tc>
                <a:extLst>
                  <a:ext uri="{0D108BD9-81ED-4DB2-BD59-A6C34878D82A}">
                    <a16:rowId xmlns:a16="http://schemas.microsoft.com/office/drawing/2014/main" val="3723980615"/>
                  </a:ext>
                </a:extLst>
              </a:tr>
              <a:tr h="370840">
                <a:tc>
                  <a:txBody>
                    <a:bodyPr/>
                    <a:lstStyle/>
                    <a:p>
                      <a:r>
                        <a:rPr lang="en-IN" sz="2000" dirty="0">
                          <a:solidFill>
                            <a:schemeClr val="bg1"/>
                          </a:solidFill>
                        </a:rPr>
                        <a:t>Streamlit</a:t>
                      </a:r>
                    </a:p>
                  </a:txBody>
                  <a:tcPr/>
                </a:tc>
                <a:tc>
                  <a:txBody>
                    <a:bodyPr/>
                    <a:lstStyle/>
                    <a:p>
                      <a:r>
                        <a:rPr lang="en-IN" sz="2000" dirty="0">
                          <a:solidFill>
                            <a:schemeClr val="bg1"/>
                          </a:solidFill>
                        </a:rPr>
                        <a:t>Easy to create Web-based UI</a:t>
                      </a:r>
                    </a:p>
                  </a:txBody>
                  <a:tcPr/>
                </a:tc>
                <a:extLst>
                  <a:ext uri="{0D108BD9-81ED-4DB2-BD59-A6C34878D82A}">
                    <a16:rowId xmlns:a16="http://schemas.microsoft.com/office/drawing/2014/main" val="255094491"/>
                  </a:ext>
                </a:extLst>
              </a:tr>
            </a:tbl>
          </a:graphicData>
        </a:graphic>
      </p:graphicFrame>
    </p:spTree>
    <p:extLst>
      <p:ext uri="{BB962C8B-B14F-4D97-AF65-F5344CB8AC3E}">
        <p14:creationId xmlns:p14="http://schemas.microsoft.com/office/powerpoint/2010/main" val="2011919857"/>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094AD-20A4-CC7B-F491-7C7D8D680DA8}"/>
              </a:ext>
            </a:extLst>
          </p:cNvPr>
          <p:cNvSpPr>
            <a:spLocks noGrp="1"/>
          </p:cNvSpPr>
          <p:nvPr>
            <p:ph type="title"/>
          </p:nvPr>
        </p:nvSpPr>
        <p:spPr>
          <a:xfrm>
            <a:off x="2450124" y="205489"/>
            <a:ext cx="6693876" cy="810486"/>
          </a:xfrm>
        </p:spPr>
        <p:txBody>
          <a:bodyPr/>
          <a:lstStyle/>
          <a:p>
            <a:r>
              <a:rPr lang="en-IN" dirty="0">
                <a:solidFill>
                  <a:schemeClr val="accent6"/>
                </a:solidFill>
              </a:rPr>
              <a:t>Key difference between these two versions</a:t>
            </a:r>
          </a:p>
        </p:txBody>
      </p:sp>
      <p:sp>
        <p:nvSpPr>
          <p:cNvPr id="10" name="Slide Number Placeholder 9">
            <a:extLst>
              <a:ext uri="{FF2B5EF4-FFF2-40B4-BE49-F238E27FC236}">
                <a16:creationId xmlns:a16="http://schemas.microsoft.com/office/drawing/2014/main" id="{3028718A-4684-4799-4A14-45AEF66F0CAC}"/>
              </a:ext>
            </a:extLst>
          </p:cNvPr>
          <p:cNvSpPr>
            <a:spLocks noGrp="1"/>
          </p:cNvSpPr>
          <p:nvPr>
            <p:ph type="sldNum" sz="quarter" idx="4"/>
          </p:nvPr>
        </p:nvSpPr>
        <p:spPr/>
        <p:txBody>
          <a:bodyPr/>
          <a:lstStyle/>
          <a:p>
            <a:pPr>
              <a:defRPr/>
            </a:pPr>
            <a:fld id="{8D1FC6F8-0BCD-47E9-9C64-690771D9C143}" type="slidenum">
              <a:rPr lang="en-US" smtClean="0"/>
              <a:pPr>
                <a:defRPr/>
              </a:pPr>
              <a:t>8</a:t>
            </a:fld>
            <a:endParaRPr lang="en-US" dirty="0"/>
          </a:p>
        </p:txBody>
      </p:sp>
      <p:graphicFrame>
        <p:nvGraphicFramePr>
          <p:cNvPr id="15" name="Table 14">
            <a:extLst>
              <a:ext uri="{FF2B5EF4-FFF2-40B4-BE49-F238E27FC236}">
                <a16:creationId xmlns:a16="http://schemas.microsoft.com/office/drawing/2014/main" id="{C0AEE427-0679-11EA-35C0-61E2759BB0EF}"/>
              </a:ext>
            </a:extLst>
          </p:cNvPr>
          <p:cNvGraphicFramePr>
            <a:graphicFrameLocks noGrp="1"/>
          </p:cNvGraphicFramePr>
          <p:nvPr>
            <p:extLst>
              <p:ext uri="{D42A27DB-BD31-4B8C-83A1-F6EECF244321}">
                <p14:modId xmlns:p14="http://schemas.microsoft.com/office/powerpoint/2010/main" val="429490475"/>
              </p:ext>
            </p:extLst>
          </p:nvPr>
        </p:nvGraphicFramePr>
        <p:xfrm>
          <a:off x="1699847" y="1064684"/>
          <a:ext cx="8006861" cy="4884615"/>
        </p:xfrm>
        <a:graphic>
          <a:graphicData uri="http://schemas.openxmlformats.org/drawingml/2006/table">
            <a:tbl>
              <a:tblPr firstRow="1" firstCol="1" bandRow="1">
                <a:tableStyleId>{9D7B26C5-4107-4FEC-AEDC-1716B250A1EF}</a:tableStyleId>
              </a:tblPr>
              <a:tblGrid>
                <a:gridCol w="2507664">
                  <a:extLst>
                    <a:ext uri="{9D8B030D-6E8A-4147-A177-3AD203B41FA5}">
                      <a16:colId xmlns:a16="http://schemas.microsoft.com/office/drawing/2014/main" val="1178328874"/>
                    </a:ext>
                  </a:extLst>
                </a:gridCol>
                <a:gridCol w="3079857">
                  <a:extLst>
                    <a:ext uri="{9D8B030D-6E8A-4147-A177-3AD203B41FA5}">
                      <a16:colId xmlns:a16="http://schemas.microsoft.com/office/drawing/2014/main" val="2925528150"/>
                    </a:ext>
                  </a:extLst>
                </a:gridCol>
                <a:gridCol w="2419340">
                  <a:extLst>
                    <a:ext uri="{9D8B030D-6E8A-4147-A177-3AD203B41FA5}">
                      <a16:colId xmlns:a16="http://schemas.microsoft.com/office/drawing/2014/main" val="1084695953"/>
                    </a:ext>
                  </a:extLst>
                </a:gridCol>
              </a:tblGrid>
              <a:tr h="541226">
                <a:tc>
                  <a:txBody>
                    <a:bodyPr/>
                    <a:lstStyle/>
                    <a:p>
                      <a:pPr>
                        <a:lnSpc>
                          <a:spcPct val="115000"/>
                        </a:lnSpc>
                        <a:spcAft>
                          <a:spcPts val="1000"/>
                        </a:spcAft>
                        <a:buNone/>
                      </a:pPr>
                      <a:r>
                        <a:rPr lang="en-US" sz="1600" dirty="0">
                          <a:solidFill>
                            <a:schemeClr val="bg1"/>
                          </a:solidFill>
                          <a:effectLst/>
                        </a:rPr>
                        <a:t>Feature</a:t>
                      </a:r>
                      <a:endParaRPr lang="en-IN" sz="16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Web-Based Python Programming</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Standalone Python Programming</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44709334"/>
                  </a:ext>
                </a:extLst>
              </a:tr>
              <a:tr h="529023">
                <a:tc>
                  <a:txBody>
                    <a:bodyPr/>
                    <a:lstStyle/>
                    <a:p>
                      <a:pPr>
                        <a:lnSpc>
                          <a:spcPct val="115000"/>
                        </a:lnSpc>
                        <a:spcAft>
                          <a:spcPts val="1000"/>
                        </a:spcAft>
                        <a:buNone/>
                      </a:pPr>
                      <a:r>
                        <a:rPr lang="en-US" sz="1600">
                          <a:solidFill>
                            <a:schemeClr val="bg1"/>
                          </a:solidFill>
                          <a:effectLst/>
                        </a:rPr>
                        <a:t>Interface</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solidFill>
                            <a:schemeClr val="bg1"/>
                          </a:solidFill>
                          <a:effectLst/>
                        </a:rPr>
                        <a:t>Web-based (Streamlit)</a:t>
                      </a:r>
                      <a:endParaRPr lang="en-IN" sz="16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Command-line interface (CLI)</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39082887"/>
                  </a:ext>
                </a:extLst>
              </a:tr>
              <a:tr h="529023">
                <a:tc>
                  <a:txBody>
                    <a:bodyPr/>
                    <a:lstStyle/>
                    <a:p>
                      <a:pPr>
                        <a:lnSpc>
                          <a:spcPct val="115000"/>
                        </a:lnSpc>
                        <a:spcAft>
                          <a:spcPts val="1000"/>
                        </a:spcAft>
                        <a:buNone/>
                      </a:pPr>
                      <a:r>
                        <a:rPr lang="en-US" sz="1600">
                          <a:solidFill>
                            <a:schemeClr val="bg1"/>
                          </a:solidFill>
                          <a:effectLst/>
                        </a:rPr>
                        <a:t>User Interaction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GUI with input fields, buttons, and visual outputs</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Text-based input/output via terminal</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78800308"/>
                  </a:ext>
                </a:extLst>
              </a:tr>
              <a:tr h="529023">
                <a:tc>
                  <a:txBody>
                    <a:bodyPr/>
                    <a:lstStyle/>
                    <a:p>
                      <a:pPr>
                        <a:lnSpc>
                          <a:spcPct val="115000"/>
                        </a:lnSpc>
                        <a:spcAft>
                          <a:spcPts val="1000"/>
                        </a:spcAft>
                        <a:buNone/>
                      </a:pPr>
                      <a:r>
                        <a:rPr lang="en-US" sz="1600">
                          <a:solidFill>
                            <a:schemeClr val="bg1"/>
                          </a:solidFill>
                          <a:effectLst/>
                        </a:rPr>
                        <a:t>Input Handling</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Streamlit widgets (st.number_input, st.button)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input() function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56850761"/>
                  </a:ext>
                </a:extLst>
              </a:tr>
              <a:tr h="529023">
                <a:tc>
                  <a:txBody>
                    <a:bodyPr/>
                    <a:lstStyle/>
                    <a:p>
                      <a:pPr>
                        <a:lnSpc>
                          <a:spcPct val="115000"/>
                        </a:lnSpc>
                        <a:spcAft>
                          <a:spcPts val="1000"/>
                        </a:spcAft>
                        <a:buNone/>
                      </a:pPr>
                      <a:r>
                        <a:rPr lang="en-US" sz="1600">
                          <a:solidFill>
                            <a:schemeClr val="bg1"/>
                          </a:solidFill>
                          <a:effectLst/>
                        </a:rPr>
                        <a:t>Output Handling</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solidFill>
                            <a:schemeClr val="bg1"/>
                          </a:solidFill>
                          <a:effectLst/>
                        </a:rPr>
                        <a:t>Streamlit outputs (</a:t>
                      </a:r>
                      <a:r>
                        <a:rPr lang="en-US" sz="1600" dirty="0" err="1">
                          <a:solidFill>
                            <a:schemeClr val="bg1"/>
                          </a:solidFill>
                          <a:effectLst/>
                        </a:rPr>
                        <a:t>st.success</a:t>
                      </a:r>
                      <a:r>
                        <a:rPr lang="en-US" sz="1600" dirty="0">
                          <a:solidFill>
                            <a:schemeClr val="bg1"/>
                          </a:solidFill>
                          <a:effectLst/>
                        </a:rPr>
                        <a:t>, </a:t>
                      </a:r>
                      <a:r>
                        <a:rPr lang="en-US" sz="1600" dirty="0" err="1">
                          <a:solidFill>
                            <a:schemeClr val="bg1"/>
                          </a:solidFill>
                          <a:effectLst/>
                        </a:rPr>
                        <a:t>st.table</a:t>
                      </a:r>
                      <a:r>
                        <a:rPr lang="en-US" sz="1600" dirty="0">
                          <a:solidFill>
                            <a:schemeClr val="bg1"/>
                          </a:solidFill>
                          <a:effectLst/>
                        </a:rPr>
                        <a:t>, </a:t>
                      </a:r>
                      <a:r>
                        <a:rPr lang="en-US" sz="1600" dirty="0" err="1">
                          <a:solidFill>
                            <a:schemeClr val="bg1"/>
                          </a:solidFill>
                          <a:effectLst/>
                        </a:rPr>
                        <a:t>st.pyplot</a:t>
                      </a:r>
                      <a:r>
                        <a:rPr lang="en-US" sz="1600" dirty="0">
                          <a:solidFill>
                            <a:schemeClr val="bg1"/>
                          </a:solidFill>
                          <a:effectLst/>
                        </a:rPr>
                        <a:t>)</a:t>
                      </a:r>
                      <a:endParaRPr lang="en-IN" sz="16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print() function and matplotlib for graphs</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87410331"/>
                  </a:ext>
                </a:extLst>
              </a:tr>
              <a:tr h="529023">
                <a:tc>
                  <a:txBody>
                    <a:bodyPr/>
                    <a:lstStyle/>
                    <a:p>
                      <a:pPr>
                        <a:lnSpc>
                          <a:spcPct val="115000"/>
                        </a:lnSpc>
                        <a:spcAft>
                          <a:spcPts val="1000"/>
                        </a:spcAft>
                        <a:buNone/>
                      </a:pPr>
                      <a:r>
                        <a:rPr lang="en-US" sz="1600">
                          <a:solidFill>
                            <a:schemeClr val="bg1"/>
                          </a:solidFill>
                          <a:effectLst/>
                        </a:rPr>
                        <a:t>Error Handling</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Explicit error handling and input validation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Limited, relies on user input validation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02011660"/>
                  </a:ext>
                </a:extLst>
              </a:tr>
              <a:tr h="529023">
                <a:tc>
                  <a:txBody>
                    <a:bodyPr/>
                    <a:lstStyle/>
                    <a:p>
                      <a:pPr>
                        <a:lnSpc>
                          <a:spcPct val="115000"/>
                        </a:lnSpc>
                        <a:spcAft>
                          <a:spcPts val="1000"/>
                        </a:spcAft>
                        <a:buNone/>
                      </a:pPr>
                      <a:r>
                        <a:rPr lang="en-US" sz="1600">
                          <a:solidFill>
                            <a:schemeClr val="bg1"/>
                          </a:solidFill>
                          <a:effectLst/>
                        </a:rPr>
                        <a:t>Program Structure</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Sidebar menu for program selection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Linear text-based program selection</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37210496"/>
                  </a:ext>
                </a:extLst>
              </a:tr>
              <a:tr h="529023">
                <a:tc>
                  <a:txBody>
                    <a:bodyPr/>
                    <a:lstStyle/>
                    <a:p>
                      <a:pPr>
                        <a:lnSpc>
                          <a:spcPct val="115000"/>
                        </a:lnSpc>
                        <a:spcAft>
                          <a:spcPts val="1000"/>
                        </a:spcAft>
                        <a:buNone/>
                      </a:pPr>
                      <a:r>
                        <a:rPr lang="en-US" sz="1600">
                          <a:solidFill>
                            <a:schemeClr val="bg1"/>
                          </a:solidFill>
                          <a:effectLst/>
                        </a:rPr>
                        <a:t>Flexibility</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a:solidFill>
                            <a:schemeClr val="bg1"/>
                          </a:solidFill>
                          <a:effectLst/>
                        </a:rPr>
                        <a:t>Ideal for web-based applications and sharing</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solidFill>
                            <a:schemeClr val="bg1"/>
                          </a:solidFill>
                          <a:effectLst/>
                        </a:rPr>
                        <a:t>Ideal for local use and batch processing</a:t>
                      </a:r>
                      <a:endParaRPr lang="en-IN" sz="16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1667333"/>
                  </a:ext>
                </a:extLst>
              </a:tr>
              <a:tr h="529023">
                <a:tc>
                  <a:txBody>
                    <a:bodyPr/>
                    <a:lstStyle/>
                    <a:p>
                      <a:pPr>
                        <a:lnSpc>
                          <a:spcPct val="115000"/>
                        </a:lnSpc>
                        <a:spcAft>
                          <a:spcPts val="1000"/>
                        </a:spcAft>
                        <a:buNone/>
                      </a:pPr>
                      <a:r>
                        <a:rPr lang="en-US" sz="1600">
                          <a:solidFill>
                            <a:schemeClr val="bg1"/>
                          </a:solidFill>
                          <a:effectLst/>
                        </a:rPr>
                        <a:t>Extensibility</a:t>
                      </a:r>
                      <a:endParaRPr lang="en-IN" sz="160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solidFill>
                            <a:schemeClr val="bg1"/>
                          </a:solidFill>
                          <a:effectLst/>
                        </a:rPr>
                        <a:t>Easily integrated with web technologies</a:t>
                      </a:r>
                      <a:endParaRPr lang="en-IN" sz="16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600" dirty="0">
                          <a:solidFill>
                            <a:schemeClr val="bg1"/>
                          </a:solidFill>
                          <a:effectLst/>
                        </a:rPr>
                        <a:t>Easily modified for local scripts and automation</a:t>
                      </a:r>
                      <a:endParaRPr lang="en-IN" sz="16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83919702"/>
                  </a:ext>
                </a:extLst>
              </a:tr>
            </a:tbl>
          </a:graphicData>
        </a:graphic>
      </p:graphicFrame>
    </p:spTree>
    <p:extLst>
      <p:ext uri="{BB962C8B-B14F-4D97-AF65-F5344CB8AC3E}">
        <p14:creationId xmlns:p14="http://schemas.microsoft.com/office/powerpoint/2010/main" val="3513452180"/>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33E47C41-D39A-4245-A7A3-ED0AB8507FA4}"/>
              </a:ext>
            </a:extLst>
          </p:cNvPr>
          <p:cNvSpPr>
            <a:spLocks noGrp="1"/>
          </p:cNvSpPr>
          <p:nvPr>
            <p:ph type="title"/>
          </p:nvPr>
        </p:nvSpPr>
        <p:spPr>
          <a:xfrm>
            <a:off x="3547286" y="1357055"/>
            <a:ext cx="5097428" cy="991689"/>
          </a:xfrm>
        </p:spPr>
        <p:txBody>
          <a:bodyPr/>
          <a:lstStyle/>
          <a:p>
            <a:r>
              <a:rPr lang="en-US" dirty="0">
                <a:solidFill>
                  <a:schemeClr val="accent6"/>
                </a:solidFill>
              </a:rPr>
              <a:t>Results of both versions</a:t>
            </a:r>
            <a:br>
              <a:rPr lang="en-US" dirty="0"/>
            </a:br>
            <a:endParaRPr lang="en-US" dirty="0"/>
          </a:p>
        </p:txBody>
      </p:sp>
      <p:sp>
        <p:nvSpPr>
          <p:cNvPr id="4" name="Slide Number Placeholder 3">
            <a:extLst>
              <a:ext uri="{FF2B5EF4-FFF2-40B4-BE49-F238E27FC236}">
                <a16:creationId xmlns:a16="http://schemas.microsoft.com/office/drawing/2014/main" id="{C7C97396-5C5E-4112-B44F-BAEFC9E0A2D1}"/>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9</a:t>
            </a:fld>
            <a:endParaRPr lang="en-US" dirty="0"/>
          </a:p>
        </p:txBody>
      </p:sp>
      <p:pic>
        <p:nvPicPr>
          <p:cNvPr id="23" name="Picture 22">
            <a:extLst>
              <a:ext uri="{FF2B5EF4-FFF2-40B4-BE49-F238E27FC236}">
                <a16:creationId xmlns:a16="http://schemas.microsoft.com/office/drawing/2014/main" id="{2164C6CB-4BED-F952-2A0A-765E1E355BCF}"/>
              </a:ext>
            </a:extLst>
          </p:cNvPr>
          <p:cNvPicPr>
            <a:picLocks noChangeAspect="1"/>
          </p:cNvPicPr>
          <p:nvPr/>
        </p:nvPicPr>
        <p:blipFill>
          <a:blip r:embed="rId2"/>
          <a:stretch>
            <a:fillRect/>
          </a:stretch>
        </p:blipFill>
        <p:spPr>
          <a:xfrm>
            <a:off x="6760396" y="2267224"/>
            <a:ext cx="4217472" cy="4314092"/>
          </a:xfrm>
          <a:prstGeom prst="rect">
            <a:avLst/>
          </a:prstGeom>
        </p:spPr>
      </p:pic>
      <p:pic>
        <p:nvPicPr>
          <p:cNvPr id="27" name="Picture 26">
            <a:extLst>
              <a:ext uri="{FF2B5EF4-FFF2-40B4-BE49-F238E27FC236}">
                <a16:creationId xmlns:a16="http://schemas.microsoft.com/office/drawing/2014/main" id="{D851C9D5-B2AD-486A-513D-21B55463A0C2}"/>
              </a:ext>
            </a:extLst>
          </p:cNvPr>
          <p:cNvPicPr>
            <a:picLocks noChangeAspect="1"/>
          </p:cNvPicPr>
          <p:nvPr/>
        </p:nvPicPr>
        <p:blipFill>
          <a:blip r:embed="rId3"/>
          <a:stretch>
            <a:fillRect/>
          </a:stretch>
        </p:blipFill>
        <p:spPr>
          <a:xfrm>
            <a:off x="497310" y="2699238"/>
            <a:ext cx="5598690" cy="2974304"/>
          </a:xfrm>
          <a:prstGeom prst="rect">
            <a:avLst/>
          </a:prstGeom>
        </p:spPr>
      </p:pic>
    </p:spTree>
    <p:extLst>
      <p:ext uri="{BB962C8B-B14F-4D97-AF65-F5344CB8AC3E}">
        <p14:creationId xmlns:p14="http://schemas.microsoft.com/office/powerpoint/2010/main" val="1423613789"/>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32">
            <a:extLst>
              <a:ext uri="{FF2B5EF4-FFF2-40B4-BE49-F238E27FC236}">
                <a16:creationId xmlns:a16="http://schemas.microsoft.com/office/drawing/2014/main" id="{705E33BA-D532-4BFC-985F-6257C8C95DFC}"/>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10</a:t>
            </a:fld>
            <a:endParaRPr lang="en-US" dirty="0"/>
          </a:p>
        </p:txBody>
      </p:sp>
      <p:sp>
        <p:nvSpPr>
          <p:cNvPr id="3" name="Title 2">
            <a:extLst>
              <a:ext uri="{FF2B5EF4-FFF2-40B4-BE49-F238E27FC236}">
                <a16:creationId xmlns:a16="http://schemas.microsoft.com/office/drawing/2014/main" id="{A97AA062-1D2A-5D42-897B-FD35B0066F86}"/>
              </a:ext>
            </a:extLst>
          </p:cNvPr>
          <p:cNvSpPr>
            <a:spLocks noGrp="1"/>
          </p:cNvSpPr>
          <p:nvPr>
            <p:ph type="title"/>
          </p:nvPr>
        </p:nvSpPr>
        <p:spPr>
          <a:xfrm>
            <a:off x="1372888" y="205489"/>
            <a:ext cx="6922876" cy="687834"/>
          </a:xfrm>
        </p:spPr>
        <p:txBody>
          <a:bodyPr/>
          <a:lstStyle/>
          <a:p>
            <a:r>
              <a:rPr lang="en-IN" dirty="0">
                <a:solidFill>
                  <a:schemeClr val="accent6"/>
                </a:solidFill>
              </a:rPr>
              <a:t>Features of final web-app</a:t>
            </a:r>
          </a:p>
        </p:txBody>
      </p:sp>
      <p:sp>
        <p:nvSpPr>
          <p:cNvPr id="6" name="Rectangle 1">
            <a:extLst>
              <a:ext uri="{FF2B5EF4-FFF2-40B4-BE49-F238E27FC236}">
                <a16:creationId xmlns:a16="http://schemas.microsoft.com/office/drawing/2014/main" id="{8D33641D-45F5-0D8E-E7B8-D5229E1CFEEF}"/>
              </a:ext>
            </a:extLst>
          </p:cNvPr>
          <p:cNvSpPr>
            <a:spLocks noGrp="1" noChangeArrowheads="1"/>
          </p:cNvSpPr>
          <p:nvPr>
            <p:ph sz="quarter" idx="10"/>
          </p:nvPr>
        </p:nvSpPr>
        <p:spPr bwMode="auto">
          <a:xfrm>
            <a:off x="1477108" y="675150"/>
            <a:ext cx="4185138" cy="5978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20 Physics Experiments</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Covers optics, mechanics, and electronics.</a:t>
            </a:r>
            <a:endParaRPr lang="en-US" altLang="en-US" sz="135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Dual Interface</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CLI for offline use, Streamlit for a browser-based GUI.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Input Validation</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Catches invalid or unrealistic inputs with helpful prompts.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Instant Results</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Real-time output after user input, formatted clearly.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Graph Generation</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Visualizes data using Matplotlib (e.g., V vs. l, deflection curves).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Tabulated Output</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CLI version presents clean tables using the tabulate library.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Modular Code Structure</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Easy to update, extend, or debug—each experiment is a separate function.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50" b="1" i="0" u="none" strike="noStrike" cap="none" normalizeH="0" baseline="0" dirty="0">
                <a:ln>
                  <a:noFill/>
                </a:ln>
                <a:effectLst/>
                <a:latin typeface="Times New Roman" panose="02020603050405020304" pitchFamily="18" charset="0"/>
                <a:cs typeface="Times New Roman" panose="02020603050405020304" pitchFamily="18" charset="0"/>
              </a:rPr>
              <a:t>User-Friendly Design</a:t>
            </a:r>
            <a:b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br>
            <a:r>
              <a:rPr kumimoji="0" lang="en-US" altLang="en-US" sz="1350" b="0" i="0" u="none" strike="noStrike" cap="none" normalizeH="0" baseline="0" dirty="0">
                <a:ln>
                  <a:noFill/>
                </a:ln>
                <a:effectLst/>
                <a:latin typeface="Times New Roman" panose="02020603050405020304" pitchFamily="18" charset="0"/>
                <a:cs typeface="Times New Roman" panose="02020603050405020304" pitchFamily="18" charset="0"/>
              </a:rPr>
              <a:t>Streamlit UI includes sliders, input fields, and live graphs.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7591677"/>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8A6AD16E-8FB5-4AC7-941E-313FBED6044E}"/>
              </a:ext>
            </a:extLst>
          </p:cNvPr>
          <p:cNvSpPr>
            <a:spLocks noGrp="1"/>
          </p:cNvSpPr>
          <p:nvPr>
            <p:ph type="title"/>
          </p:nvPr>
        </p:nvSpPr>
        <p:spPr>
          <a:xfrm>
            <a:off x="5679441" y="1259911"/>
            <a:ext cx="5124189" cy="492302"/>
          </a:xfrm>
        </p:spPr>
        <p:txBody>
          <a:bodyPr/>
          <a:lstStyle/>
          <a:p>
            <a:r>
              <a:rPr lang="en-US" dirty="0"/>
              <a:t>conclusion</a:t>
            </a:r>
          </a:p>
        </p:txBody>
      </p:sp>
      <p:sp>
        <p:nvSpPr>
          <p:cNvPr id="22" name="Text Placeholder 21">
            <a:extLst>
              <a:ext uri="{FF2B5EF4-FFF2-40B4-BE49-F238E27FC236}">
                <a16:creationId xmlns:a16="http://schemas.microsoft.com/office/drawing/2014/main" id="{A3F3E4C8-A3E9-4D1E-AAF8-A6C4EF21F04E}"/>
              </a:ext>
            </a:extLst>
          </p:cNvPr>
          <p:cNvSpPr>
            <a:spLocks noGrp="1"/>
          </p:cNvSpPr>
          <p:nvPr>
            <p:ph type="body" sz="quarter" idx="14"/>
          </p:nvPr>
        </p:nvSpPr>
        <p:spPr>
          <a:xfrm>
            <a:off x="5679441" y="1752212"/>
            <a:ext cx="4856479" cy="1905388"/>
          </a:xfrm>
        </p:spPr>
        <p:txBody>
          <a:bodyPr/>
          <a:lstStyle/>
          <a:p>
            <a:pPr algn="l">
              <a:lnSpc>
                <a:spcPts val="2143"/>
              </a:lnSpc>
              <a:spcBef>
                <a:spcPts val="1029"/>
              </a:spcBef>
              <a:spcAft>
                <a:spcPts val="1029"/>
              </a:spcAft>
              <a:buFont typeface="Arial" panose="020B0604020202020204" pitchFamily="34" charset="0"/>
              <a:buChar char="•"/>
            </a:pPr>
            <a:r>
              <a:rPr lang="en-US" b="0" i="0" dirty="0">
                <a:solidFill>
                  <a:srgbClr val="F8FAFF"/>
                </a:solidFill>
                <a:effectLst/>
                <a:latin typeface="DeepSeek-CJK-patch"/>
              </a:rPr>
              <a:t>Built a </a:t>
            </a:r>
            <a:r>
              <a:rPr lang="en-US" b="1" i="0" dirty="0">
                <a:solidFill>
                  <a:srgbClr val="F8FAFF"/>
                </a:solidFill>
                <a:effectLst/>
                <a:latin typeface="DeepSeek-CJK-patch"/>
              </a:rPr>
              <a:t>science helper</a:t>
            </a:r>
            <a:r>
              <a:rPr lang="en-US" b="0" i="0" dirty="0">
                <a:solidFill>
                  <a:srgbClr val="F8FAFF"/>
                </a:solidFill>
                <a:effectLst/>
                <a:latin typeface="DeepSeek-CJK-patch"/>
              </a:rPr>
              <a:t> for 20+ physics experiments</a:t>
            </a:r>
          </a:p>
          <a:p>
            <a:pPr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DeepSeek-CJK-patch"/>
              </a:rPr>
              <a:t>Works </a:t>
            </a:r>
            <a:r>
              <a:rPr lang="en-US" b="1" i="0" dirty="0">
                <a:solidFill>
                  <a:srgbClr val="F8FAFF"/>
                </a:solidFill>
                <a:effectLst/>
                <a:latin typeface="DeepSeek-CJK-patch"/>
              </a:rPr>
              <a:t>two ways</a:t>
            </a:r>
            <a:r>
              <a:rPr lang="en-US" b="0" i="0" dirty="0">
                <a:solidFill>
                  <a:srgbClr val="F8FAFF"/>
                </a:solidFill>
                <a:effectLst/>
                <a:latin typeface="DeepSeek-CJK-patch"/>
              </a:rPr>
              <a:t> (typing OR clicking)</a:t>
            </a:r>
          </a:p>
          <a:p>
            <a:pPr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DeepSeek-CJK-patch"/>
              </a:rPr>
              <a:t>Spits out </a:t>
            </a:r>
            <a:r>
              <a:rPr lang="en-US" b="1" i="0" dirty="0">
                <a:solidFill>
                  <a:srgbClr val="F8FAFF"/>
                </a:solidFill>
                <a:effectLst/>
                <a:latin typeface="DeepSeek-CJK-patch"/>
              </a:rPr>
              <a:t>answers + graphs</a:t>
            </a:r>
            <a:r>
              <a:rPr lang="en-US" b="0" i="0" dirty="0">
                <a:solidFill>
                  <a:srgbClr val="F8FAFF"/>
                </a:solidFill>
                <a:effectLst/>
                <a:latin typeface="DeepSeek-CJK-patch"/>
              </a:rPr>
              <a:t> lightning fast</a:t>
            </a:r>
          </a:p>
          <a:p>
            <a:pPr algn="l">
              <a:lnSpc>
                <a:spcPts val="2143"/>
              </a:lnSpc>
              <a:spcBef>
                <a:spcPts val="300"/>
              </a:spcBef>
              <a:spcAft>
                <a:spcPts val="1029"/>
              </a:spcAft>
              <a:buFont typeface="Arial" panose="020B0604020202020204" pitchFamily="34" charset="0"/>
              <a:buChar char="•"/>
            </a:pPr>
            <a:r>
              <a:rPr lang="en-US" b="0" i="0" dirty="0">
                <a:solidFill>
                  <a:srgbClr val="F8FAFF"/>
                </a:solidFill>
                <a:effectLst/>
                <a:latin typeface="DeepSeek-CJK-patch"/>
              </a:rPr>
              <a:t>Code is </a:t>
            </a:r>
            <a:r>
              <a:rPr lang="en-US" b="1" i="0" dirty="0">
                <a:solidFill>
                  <a:srgbClr val="F8FAFF"/>
                </a:solidFill>
                <a:effectLst/>
                <a:latin typeface="DeepSeek-CJK-patch"/>
              </a:rPr>
              <a:t>LEGO-style</a:t>
            </a:r>
            <a:r>
              <a:rPr lang="en-US" b="0" i="0" dirty="0">
                <a:solidFill>
                  <a:srgbClr val="F8FAFF"/>
                </a:solidFill>
                <a:effectLst/>
                <a:latin typeface="DeepSeek-CJK-patch"/>
              </a:rPr>
              <a:t> – easy to add new experiments</a:t>
            </a:r>
          </a:p>
          <a:p>
            <a:endParaRPr lang="en-US" dirty="0"/>
          </a:p>
        </p:txBody>
      </p:sp>
      <p:sp>
        <p:nvSpPr>
          <p:cNvPr id="12" name="Slide Number Placeholder 11">
            <a:extLst>
              <a:ext uri="{FF2B5EF4-FFF2-40B4-BE49-F238E27FC236}">
                <a16:creationId xmlns:a16="http://schemas.microsoft.com/office/drawing/2014/main" id="{312822BD-8CF7-4472-A607-0DD012817DB6}"/>
              </a:ext>
            </a:extLst>
          </p:cNvPr>
          <p:cNvSpPr>
            <a:spLocks noGrp="1"/>
          </p:cNvSpPr>
          <p:nvPr>
            <p:ph type="sldNum" sz="quarter" idx="4"/>
          </p:nvPr>
        </p:nvSpPr>
        <p:spPr>
          <a:xfrm>
            <a:off x="11519019" y="3164804"/>
            <a:ext cx="545911" cy="580029"/>
          </a:xfrm>
        </p:spPr>
        <p:txBody>
          <a:bodyPr/>
          <a:lstStyle/>
          <a:p>
            <a:fld id="{FEA145A6-660C-42A7-85AF-AF42E3C0A892}" type="slidenum">
              <a:rPr lang="en-US" smtClean="0"/>
              <a:pPr/>
              <a:t>11</a:t>
            </a:fld>
            <a:endParaRPr lang="en-US" dirty="0"/>
          </a:p>
        </p:txBody>
      </p:sp>
    </p:spTree>
    <p:extLst>
      <p:ext uri="{BB962C8B-B14F-4D97-AF65-F5344CB8AC3E}">
        <p14:creationId xmlns:p14="http://schemas.microsoft.com/office/powerpoint/2010/main" val="2946034355"/>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9EF1D37D-7D53-43D9-B054-3B3A36C7C4FF}"/>
              </a:ext>
            </a:extLst>
          </p:cNvPr>
          <p:cNvSpPr>
            <a:spLocks noGrp="1"/>
          </p:cNvSpPr>
          <p:nvPr>
            <p:ph type="title"/>
          </p:nvPr>
        </p:nvSpPr>
        <p:spPr>
          <a:xfrm>
            <a:off x="1026850" y="563671"/>
            <a:ext cx="4989629" cy="2387771"/>
          </a:xfrm>
        </p:spPr>
        <p:txBody>
          <a:bodyPr/>
          <a:lstStyle/>
          <a:p>
            <a:r>
              <a:rPr lang="en-US" dirty="0"/>
              <a:t>Thank you </a:t>
            </a:r>
          </a:p>
        </p:txBody>
      </p:sp>
      <p:sp>
        <p:nvSpPr>
          <p:cNvPr id="22" name="Slide Number Placeholder 21">
            <a:extLst>
              <a:ext uri="{FF2B5EF4-FFF2-40B4-BE49-F238E27FC236}">
                <a16:creationId xmlns:a16="http://schemas.microsoft.com/office/drawing/2014/main" id="{D185F1A6-517F-4333-A04B-A1833CCBA402}"/>
              </a:ext>
            </a:extLst>
          </p:cNvPr>
          <p:cNvSpPr>
            <a:spLocks noGrp="1"/>
          </p:cNvSpPr>
          <p:nvPr>
            <p:ph type="sldNum" sz="quarter" idx="4"/>
          </p:nvPr>
        </p:nvSpPr>
        <p:spPr>
          <a:xfrm>
            <a:off x="11519019" y="3164804"/>
            <a:ext cx="545911" cy="580029"/>
          </a:xfrm>
        </p:spPr>
        <p:txBody>
          <a:bodyPr/>
          <a:lstStyle/>
          <a:p>
            <a:fld id="{8D1FC6F8-0BCD-47E9-9C64-690771D9C143}" type="slidenum">
              <a:rPr lang="en-US" smtClean="0"/>
              <a:pPr/>
              <a:t>12</a:t>
            </a:fld>
            <a:endParaRPr lang="en-US" dirty="0"/>
          </a:p>
        </p:txBody>
      </p:sp>
    </p:spTree>
    <p:extLst>
      <p:ext uri="{BB962C8B-B14F-4D97-AF65-F5344CB8AC3E}">
        <p14:creationId xmlns:p14="http://schemas.microsoft.com/office/powerpoint/2010/main" val="2806944598"/>
      </p:ext>
    </p:extLst>
  </p:cSld>
  <p:clrMapOvr>
    <a:masterClrMapping/>
  </p:clrMapOvr>
  <mc:AlternateContent xmlns:mc="http://schemas.openxmlformats.org/markup-compatibility/2006">
    <mc:Choice xmlns:p159="http://schemas.microsoft.com/office/powerpoint/2015/09/main" Requires="p159">
      <p:transition spd="med">
        <p159:morph option="byChar"/>
      </p:transition>
    </mc:Choice>
    <mc:Fallback>
      <p:transition spd="med">
        <p:fade/>
      </p:transition>
    </mc:Fallback>
  </mc:AlternateContent>
</p:sld>
</file>

<file path=ppt/theme/theme1.xml><?xml version="1.0" encoding="utf-8"?>
<a:theme xmlns:a="http://schemas.openxmlformats.org/drawingml/2006/main" name="Office Theme">
  <a:themeElements>
    <a:clrScheme name="Custom 18">
      <a:dk1>
        <a:sysClr val="windowText" lastClr="000000"/>
      </a:dk1>
      <a:lt1>
        <a:sysClr val="window" lastClr="FFFFFF"/>
      </a:lt1>
      <a:dk2>
        <a:srgbClr val="140A59"/>
      </a:dk2>
      <a:lt2>
        <a:srgbClr val="E7E6E6"/>
      </a:lt2>
      <a:accent1>
        <a:srgbClr val="2B0348"/>
      </a:accent1>
      <a:accent2>
        <a:srgbClr val="763788"/>
      </a:accent2>
      <a:accent3>
        <a:srgbClr val="EF050C"/>
      </a:accent3>
      <a:accent4>
        <a:srgbClr val="B01E4C"/>
      </a:accent4>
      <a:accent5>
        <a:srgbClr val="0565FA"/>
      </a:accent5>
      <a:accent6>
        <a:srgbClr val="0BE1FF"/>
      </a:accent6>
      <a:hlink>
        <a:srgbClr val="0563C1"/>
      </a:hlink>
      <a:folHlink>
        <a:srgbClr val="954F72"/>
      </a:folHlink>
    </a:clrScheme>
    <a:fontScheme name="Custom 15">
      <a:majorFont>
        <a:latin typeface="Century Gothic Bold"/>
        <a:ea typeface=""/>
        <a:cs typeface=""/>
      </a:majorFont>
      <a:minorFont>
        <a:latin typeface="Dayton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turistic Pitch Deck_TM56488565_Win32_JC_SL_v4" id="{6C16C3F5-3ABD-4B2B-B436-2E1E9CE9969F}" vid="{647D9492-9D63-44AA-8DEA-C98668FC47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C2B339A-BBCD-4BF4-A3FE-AE1F9B12F717}">
  <ds:schemaRefs>
    <ds:schemaRef ds:uri="http://schemas.microsoft.com/sharepoint/v3/contenttype/forms"/>
  </ds:schemaRefs>
</ds:datastoreItem>
</file>

<file path=customXml/itemProps2.xml><?xml version="1.0" encoding="utf-8"?>
<ds:datastoreItem xmlns:ds="http://schemas.openxmlformats.org/officeDocument/2006/customXml" ds:itemID="{6B8A4BC3-D1CE-4BB2-9C42-D67FD92CAF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1989D7-CF02-4DC5-9433-98B600ACA0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Futuristic pitch deck</Template>
  <TotalTime>348</TotalTime>
  <Words>745</Words>
  <Application>Microsoft Office PowerPoint</Application>
  <PresentationFormat>Widescreen</PresentationFormat>
  <Paragraphs>132</Paragraphs>
  <Slides>12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Calibri</vt:lpstr>
      <vt:lpstr>Cambria</vt:lpstr>
      <vt:lpstr>Century Gothic Bold</vt:lpstr>
      <vt:lpstr>Courier New</vt:lpstr>
      <vt:lpstr>Daytona Pro Light</vt:lpstr>
      <vt:lpstr>DeepSeek-CJK-patch</vt:lpstr>
      <vt:lpstr>Times New Roman</vt:lpstr>
      <vt:lpstr>Wingdings</vt:lpstr>
      <vt:lpstr>Office Theme</vt:lpstr>
      <vt:lpstr>Development of computational tools for physics experiments using python  done by B. SHIVA (22UPH130)  A. ANTONY PRATHAB (22UPH131)  J. JAMES ANANDH (22UPH132)  K. NITHYANANTHAN (22UPH134)   Under the guidance of  Dr. R. JERALD VIJAY  Assistant Professor</vt:lpstr>
      <vt:lpstr>contents</vt:lpstr>
      <vt:lpstr>introduction</vt:lpstr>
      <vt:lpstr>objectives</vt:lpstr>
      <vt:lpstr>Why python in physics?</vt:lpstr>
      <vt:lpstr>Project scope</vt:lpstr>
      <vt:lpstr>Python Libraries</vt:lpstr>
      <vt:lpstr>Key difference between these two versions</vt:lpstr>
      <vt:lpstr>Results of both versions </vt:lpstr>
      <vt:lpstr>Features of final web-app</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ANANDH J</dc:creator>
  <cp:lastModifiedBy>JAMES ANANDH J</cp:lastModifiedBy>
  <cp:revision>8</cp:revision>
  <dcterms:created xsi:type="dcterms:W3CDTF">2025-04-10T13:19:14Z</dcterms:created>
  <dcterms:modified xsi:type="dcterms:W3CDTF">2025-04-11T05:31:19Z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